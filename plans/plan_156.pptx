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3500"/>
            <a:ext cx="9144000" cy="30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00000"/>
            <a:ext cx="82296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🐟 渝味三合鱼村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0000"/>
            <a:ext cx="82296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新店开业爆店运营方案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5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C8DCFF"/>
                </a:solidFill>
                <a:latin typeface="Microsoft YaHei"/>
                <a:ea typeface="Microsoft YaHei"/>
                <a:cs typeface="Microsoft YaHei"/>
              </a:rPr>
              <a:t>美蛙鱼头 × 三合工艺 · 萧山城厢商圈卡位战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美团餐饮SaaS · 数字化经营解决方案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00000"/>
            <a:ext cx="822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 方案摘要：一条鱼三种吃法，人均80吃撑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80000"/>
            <a:ext cx="1997400" cy="135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80000"/>
            <a:ext cx="1997400" cy="5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200" y="880000"/>
            <a:ext cx="18974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核心定位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200" y="1150000"/>
            <a:ext cx="18974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重庆三合鱼工艺
活鱼现片·三格锅底
人均75-85元
卡家庭聚餐价格带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4600" y="780000"/>
            <a:ext cx="1997400" cy="135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34600" y="780000"/>
            <a:ext cx="1997400" cy="5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4600" y="880000"/>
            <a:ext cx="18974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📊 三月OKR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4600" y="1150000"/>
            <a:ext cx="18974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月营收突破30万
点评4.5分+
会员500人
储值入账5万+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2000" y="780000"/>
            <a:ext cx="1997400" cy="135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2000" y="780000"/>
            <a:ext cx="1997400" cy="550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2000" y="880000"/>
            <a:ext cx="18974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9688"/>
                </a:solidFill>
                <a:latin typeface="Microsoft YaHei"/>
                <a:ea typeface="Microsoft YaHei"/>
                <a:cs typeface="Microsoft YaHei"/>
              </a:rPr>
              <a:t>🔑 爆店三板斧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2000" y="1150000"/>
            <a:ext cx="18974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①1元锁鱼裂变开业
②达人矩阵精准爆破
③会员储值锁复购
④夜宵+外卖双增量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89400" y="780000"/>
            <a:ext cx="1997400" cy="135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89400" y="780000"/>
            <a:ext cx="1997400" cy="55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400" y="880000"/>
            <a:ext cx="18974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673AB7"/>
                </a:solidFill>
                <a:latin typeface="Microsoft YaHei"/>
                <a:ea typeface="Microsoft YaHei"/>
                <a:cs typeface="Microsoft YaHei"/>
              </a:rPr>
              <a:t>💰 投资回报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400" y="1150000"/>
            <a:ext cx="18974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SaaS年费≈¥5,000
月增收预估¥4-6万
约1个月回本
第2年纯利更高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300000"/>
            <a:ext cx="8229600" cy="500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200" y="2320000"/>
            <a:ext cx="8109600" cy="4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4C00"/>
                </a:solidFill>
                <a:latin typeface="Microsoft YaHei"/>
                <a:ea typeface="Microsoft YaHei"/>
                <a:cs typeface="Microsoft YaHei"/>
              </a:rPr>
              <a:t>💡 核心判断：城厢通惠路拼的是"本地老客复购"而非流量。开业首月靠引流款+达人爆破打响知名度，第二个月必须转向会员储值和社群运营。美蛙鱼头是差异化王牌——周边火锅多但"鱼火锅"无强势品牌，卡位窗口期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00000"/>
            <a:ext cx="822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✅ 已签约：收银POS | 扫码点餐 | 会员旗舰版 | 会员高级版    📍 新店未开业·城厢街道通惠中路155号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品牌理解：鱼火锅赛道的机遇与挑战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"重庆三合鱼"工艺 × 萧山城厢新店冷启动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4074800" cy="250000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200" y="770000"/>
            <a:ext cx="39748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⚠️ 挑战 / 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200" y="1030000"/>
            <a:ext cx="395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① 新店零基础：0评价0流量，开业前7天是生死线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200" y="1270000"/>
            <a:ext cx="395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② 品类红海：杭州鱼火锅同质化严重，无记忆点=被淹没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200" y="1510000"/>
            <a:ext cx="395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③ 消费降级：人均超110元流量断崖，必须卡75-85元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0" y="1750000"/>
            <a:ext cx="395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④ 夏季低谷：7月盛夏午市堂食几乎无客（⚠️假设）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00" y="1990000"/>
            <a:ext cx="395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⑤ 复购命脉：城厢老城区靠本地老客，纯流量活不过3月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2000" y="750000"/>
            <a:ext cx="4074800" cy="2500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2000" y="770000"/>
            <a:ext cx="39748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🔥 赛道机遇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000" y="1030000"/>
            <a:ext cx="393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① 品类缺位：周边1.5km无鱼火锅强品牌，可成细分第一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000" y="1270000"/>
            <a:ext cx="393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② 一鱼多吃趋势：活鱼现杀+品质化是2025增长方向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000" y="1510000"/>
            <a:ext cx="393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③ 三合差异化：三格锅底天然适配杭州"轻辣"偏好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000" y="1750000"/>
            <a:ext cx="393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④ 暑期夜宵：7-8月夜宵旺季，鱼火锅+啤酒拉客单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000" y="1990000"/>
            <a:ext cx="393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⑤ 家庭聚餐：城厢以家庭消费为主，4-6人桌天然适配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00000"/>
            <a:ext cx="8229600" cy="2800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200" y="3420000"/>
            <a:ext cx="81096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 行业数据：火锅市场6,175亿(+5.6%) | 川渝火锅占比31.3% | 杭州人均下行至70-77元 | 酸汤火锅搜索+118%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商圈竞争格局：通惠中路1.5km扫描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竞争烈度：中高 | 餐饮密度大但鱼火锅无强势品牌 → 卡位窗口期短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0000"/>
            <a:ext cx="20199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2200" y="81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🔴 谭鱼头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200" y="1000000"/>
            <a:ext cx="19699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¥85 | 老牌鱼火锅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200" y="12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✅ 品牌认知强
   20年+历史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200" y="17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❌ 门店老化
   年轻客群流失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200" y="2200000"/>
            <a:ext cx="1969900" cy="2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200" y="2260000"/>
            <a:ext cx="19699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用"活鱼现片明档"
   打它的"老旧感"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7100" y="780000"/>
            <a:ext cx="20199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2100" y="81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🟠 朱光玉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100" y="1000000"/>
            <a:ext cx="19699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¥110-120 | 网红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100" y="12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✅ 产品线丰富
   打卡属性强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100" y="17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❌ 价格偏高
   复购率一般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2100" y="2200000"/>
            <a:ext cx="1969900" cy="2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52100" y="2260000"/>
            <a:ext cx="19699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人均低30-40元
   更实惠更接地气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7000" y="780000"/>
            <a:ext cx="20199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2000" y="81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🟡 楠火锅/蜀大侠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2000" y="1000000"/>
            <a:ext cx="19699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¥90-100 | 川渝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2000" y="12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✅ 聚餐场景强
   SKU广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2000" y="17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❌ 什么都有
   ≈什么都不突出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2000" y="2200000"/>
            <a:ext cx="1969900" cy="2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2260000"/>
            <a:ext cx="19699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"美蛙鱼头专家"
   做透一个品打一片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6900" y="780000"/>
            <a:ext cx="20199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1900" y="81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🟢 本地江鲜/土菜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1900" y="1000000"/>
            <a:ext cx="19699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¥60-80 | 社区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1900" y="12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✅ 价格低
   老客稳定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1900" y="1700000"/>
            <a:ext cx="19699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❌ 无品牌势能
   无线上流量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1900" y="2200000"/>
            <a:ext cx="1969900" cy="2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1900" y="2260000"/>
            <a:ext cx="19699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同接地气但
   有品牌+数字化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0000"/>
            <a:ext cx="8229600" cy="300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200" y="3670000"/>
            <a:ext cx="81096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4C00"/>
                </a:solidFill>
                <a:latin typeface="Microsoft YaHei"/>
                <a:ea typeface="Microsoft YaHei"/>
                <a:cs typeface="Microsoft YaHei"/>
              </a:rPr>
              <a:t>🎯 策略：不跟大佬比"全"，跟他们比"专"。一句话——"一条鱼三种吃法，人均80吃撑"。专家型定位+价格优势+明档体验。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🏆 杭州美蛙鱼头标杆品牌（⚠️行业参考值）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80000"/>
            <a:ext cx="2703200" cy="26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80000"/>
            <a:ext cx="2703200" cy="5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7200" y="870000"/>
            <a:ext cx="26232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🥇 渝把头·美蛙鱼头火锅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200" y="1080000"/>
            <a:ext cx="26232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¥85-95 | 杭州多店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200" y="1280000"/>
            <a:ext cx="26232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主打鲜活美蛙+鱼头
• 明档现杀，食材透明度高
• 点评4.5+，口碑稳定
• 会员储值体系成熟
• 复购率高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200" y="2530000"/>
            <a:ext cx="2623200" cy="25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200" y="2600000"/>
            <a:ext cx="26232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学：明档仪式感+储值组合拳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0400" y="780000"/>
            <a:ext cx="2703200" cy="26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0400" y="780000"/>
            <a:ext cx="2703200" cy="50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0400" y="870000"/>
            <a:ext cx="26232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🥈 蛙喔·美蛙鱼头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0400" y="1080000"/>
            <a:ext cx="26232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¥80-90 | 杭州3-5店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400" y="1280000"/>
            <a:ext cx="26232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美蛙+鱼头双主角
• 社区店定位精准
• 家庭聚餐友好
• 外卖+堂食双线
• 抖音运营活跃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0400" y="2530000"/>
            <a:ext cx="2623200" cy="25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0400" y="2600000"/>
            <a:ext cx="26232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💡 学：社区家庭打法+抖音本地化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3600" y="780000"/>
            <a:ext cx="2703200" cy="26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3600" y="780000"/>
            <a:ext cx="2703200" cy="500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3600" y="870000"/>
            <a:ext cx="26232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🥉 渝味晓宇火锅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3600" y="1080000"/>
            <a:ext cx="26232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¥90-100 | 重庆+杭州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3600" y="1280000"/>
            <a:ext cx="26232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重庆非遗老火锅基因
• 牛油锅底口碑好
• 有线上运营团队
• 开业达人矩阵成熟
• 品牌故事强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3600" y="2530000"/>
            <a:ext cx="2623200" cy="250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23600" y="2600000"/>
            <a:ext cx="26232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09688"/>
                </a:solidFill>
                <a:latin typeface="Microsoft YaHei"/>
                <a:ea typeface="Microsoft YaHei"/>
                <a:cs typeface="Microsoft YaHei"/>
              </a:rPr>
              <a:t>💡 学：品牌故事+达人矩阵爆破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50000"/>
            <a:ext cx="8229600" cy="350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200" y="3570000"/>
            <a:ext cx="810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🎯 渝味三合鱼村的学习路径：取渝把头的"明档仪式感" + 蛙喔的"社区家庭打法" + 渝味晓宇的"达人矩阵"，
再叠加自己的"三合工艺差异化"——三格锅底同锅(麻辣/酸菜/番茄)，一条鱼三种吃法。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核心策略一：开业爆破30天作战计划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目标：首月日均翻台2轮+ | 点评4.5分+ | 会员入会200人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2027400" cy="35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200" y="770000"/>
            <a:ext cx="19974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📣 蓄水期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00" y="940000"/>
            <a:ext cx="19974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开业前15天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20000"/>
            <a:ext cx="20274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200" y="1150000"/>
            <a:ext cx="1987400" cy="26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①"1元锁鱼"裂变
• 1元购128元活鱼锅券
• 限量500份
• 推荐3人再返1张
• Who：老板发起
• 🔧会员旗舰→营销活动
  →创建"1元秒杀"
②抖音预热3条视频
• 明档杀鱼/三格锅底
• 老板出镜+1位达人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4600" y="750000"/>
            <a:ext cx="2027400" cy="35000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9600" y="770000"/>
            <a:ext cx="19974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体验期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9600" y="940000"/>
            <a:ext cx="19974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开业1-3天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4600" y="1120000"/>
            <a:ext cx="20274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4600" y="1150000"/>
            <a:ext cx="1987400" cy="26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①68元双人引流套餐
• 美蛙鱼头+4荤2素+饮品
• 限每天30桌
• 🔧美团→团购→上架
②到店拍照送冰粉
• 话术："帮您拍三格锅
  合照，发圈享冰粉"
③霸王餐20名额
• 🔧点评→营销→霸王餐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2000" y="750000"/>
            <a:ext cx="2027400" cy="35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7000" y="770000"/>
            <a:ext cx="19974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爆发期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7000" y="940000"/>
            <a:ext cx="19974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第4-14天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2000" y="1120000"/>
            <a:ext cx="20274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2000" y="1150000"/>
            <a:ext cx="1987400" cy="26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①5-10位萧山万粉达人
• 集中3天发布
• 每位500-1000元
• 统一口径：一条鱼
  三种吃法人均80
②冲新店榜+热门榜
• 🔧商家后台→免费试
③储值开放：充300送40
• 🔧会员旗舰→智能储值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9400" y="750000"/>
            <a:ext cx="2027400" cy="35000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4400" y="770000"/>
            <a:ext cx="19974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🔒 稳增期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4400" y="940000"/>
            <a:ext cx="19974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第15-30天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9400" y="1120000"/>
            <a:ext cx="2027400" cy="27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9400" y="1150000"/>
            <a:ext cx="1987400" cy="26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①会员日（周三美蛙+10%）
• 🔧会员旗舰→周期活动
②社群500人群
• 每日菜品预告
• Who：店长维护
③外卖上线（晚市+夜宵）
• 🔧美团外卖→上架
④数据复盘：翻台/客单
  储值入账，调优力度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50000"/>
            <a:ext cx="8229600" cy="250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200" y="3960000"/>
            <a:ext cx="81096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94C00"/>
                </a:solidFill>
                <a:latin typeface="Microsoft YaHei"/>
                <a:ea typeface="Microsoft YaHei"/>
                <a:cs typeface="Microsoft YaHei"/>
              </a:rPr>
              <a:t>⚠️ "1元锁鱼"核心逻辑：开业首周打满翻台制造排队效应→点评自然出好评→达人集中爆破形成信息密度→储值锁住回头客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核心策略二：公域引流——点评×抖音×小红书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三平台联动：点评做口碑底盘，抖音做爆发流量，小红书做种草长尾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2703200" cy="32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50000"/>
            <a:ext cx="2703200" cy="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2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⭐ 大众点评（口碑底盘）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200" y="1080000"/>
            <a:ext cx="2643200" cy="2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🎯 目标：首月4.5分+50条真实评价
1⃣ 新店冷启动路径
• 新店→新店榜→热门榜→好评榜
• 🔧商家后台→免费试/免费菜
  （合规工具，不搞促评邀评）
• Who：店长每天盯后台
• 差评2小时内回复
2⃣ 团购套餐设计
• 68元双人套餐（引流款）
• 168元4人套餐（利润款）
• 288元6人家庭宴（锚定款）
3⃣ 内容运营
• 首图：三格锅底全景
• 推荐菜标签：美蛙鱼头/
  酸菜鱼/番茄鱼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0400" y="750000"/>
            <a:ext cx="2703200" cy="32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0400" y="750000"/>
            <a:ext cx="2703200" cy="5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04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🎬 抖音本地生活（爆发量）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0400" y="1080000"/>
            <a:ext cx="2643200" cy="2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🎯 目标：首月5-10条达人视频
1⃣ 达人矩阵（⚠️核心打法）
• 选萧山本地万粉号5-10个
• 非大V，选粉丝画像匹配
  "萧山本地美食"类账号
• 集中3天发布→信息密度
• 每位费用500-1000元
• Who：老板/BD对接达人
2⃣ 团购上架
• 68元双人套餐（同步点评）
• 🔧抖音来客→团购→上架
3⃣ 老板自播
• 每周2条：明档杀鱼/
  三格锅底/食客反应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3600" y="750000"/>
            <a:ext cx="2703200" cy="32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3600" y="750000"/>
            <a:ext cx="2703200" cy="50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36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📕 小红书（种草长尾）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3600" y="1080000"/>
            <a:ext cx="2643200" cy="2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🎯 目标：首月10条种草笔记
1⃣ 内容方向
• "萧山探店｜一条鱼三种
  吃法人均80"
• "杭州美蛙鱼头天花板"
• 重点拍三格锅底+明档
2⃣ 达人合作
• 邀3-5位本地美食博主
• 到店免费体验出笔记
• 费用：套餐置换即可
• Who：老板邀约
3⃣ 搜索卡位
• 标题含"萧山""美蛙鱼头"
  "城厢"等地域词
• 长尾搜索引流到店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00000"/>
            <a:ext cx="8229600" cy="2500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200" y="4110000"/>
            <a:ext cx="81096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🔗 闭环逻辑：抖音/小红书引流→到店体验→扫码点餐入会→点评写真实评价→评分上升→更多自然流量→储值锁复购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🔒 核心策略三：私域留客——会员×储值×社群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公域拉来的客人，私域留住做复购。会员旗舰版三件套：入会→储值→社群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2703200" cy="34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50000"/>
            <a:ext cx="2703200" cy="5000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2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👤 会员体系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200" y="1080000"/>
            <a:ext cx="2643200" cy="3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🎯 首月入会200人/3月达500人
入会路径（零摩擦）
• 扫码点餐自动弹窗入会
• 🔧会员旗舰→扫码入会设置
• 入会即享：首单赠冰粉1份
• Who：系统自动，无需人工
会员权益设计
• 会员价：全场菜品95折
• 积分：1元=1分，满200换菜
• 生日：生日月赠美蛙拼盘
• 会员日：每周三美蛙+10%
  🔧会员旗舰→周期活动
潜客营销（旗舰独有）
• 团购未入会客户→自动推
  入会+首充优惠
• 🔧会员旗舰→潜客营销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0400" y="750000"/>
            <a:ext cx="2703200" cy="34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0400" y="750000"/>
            <a:ext cx="2703200" cy="5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04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储值方案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0400" y="1080000"/>
            <a:ext cx="2643200" cy="3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🎯 首月储值入账2万/3月达5万
⚠️ 储值定位：辅助工具
（复购才是目的，储值是手段）
三档设计（⚠️人均80假设）
┌──────────────────┐
│ 体验档：充150送20  │
│ ≈约2次消费用完     │
│ 折扣率≈88折        │
├──────────────────┤
│⭐主推：充300送40   │
│ ≈约4次消费用完     │
│ 折扣率≈88折        │
│ 3-5次心理负担最小  │
├──────────────────┤
│ 尊享档：充500送80  │
│ ≈约6次消费用完     │
│ 折扣率≈86折        │
└──────────────────┘
话术："您今天消费82元，
 充300刚好够4次，
 赠40元下次直接刷"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3600" y="750000"/>
            <a:ext cx="2703200" cy="34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3600" y="750000"/>
            <a:ext cx="2703200" cy="500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36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9688"/>
                </a:solidFill>
                <a:latin typeface="Microsoft YaHei"/>
                <a:ea typeface="Microsoft YaHei"/>
                <a:cs typeface="Microsoft YaHei"/>
              </a:rPr>
              <a:t>💬 社群运营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3600" y="1080000"/>
            <a:ext cx="2643200" cy="3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🎯 首月建群300人/3月达500人
社群定位
• "渝味三合鱼村·吃货群"
• 微信群（非企微，更亲切）
• Who：店长做群主
群运营节奏
• 每日11:00 菜品预告+今日
  特价（限3道）
• 每周三 会员日专属福利
  群内限量秒杀
• 每月1日 新菜投票
  最高票免费吃
入群路径
• 扫码点餐页底部群二维码
• 🔧收银小票底部印群码
• 话术："扫码进群，每天
  有特价菜限时秒杀"
不配合怎么办
• 客人不愿扫→"进群就送
  一碟花生米，不强制"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0000"/>
            <a:ext cx="8229600" cy="2000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200" y="4260000"/>
            <a:ext cx="81096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🔗 闭环：公域新客→扫码入会→体验好→储值锁定→社群唤醒→再到店→推荐朋友→裂变增长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点评口碑专项：新店冷启动→冲榜路径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C8B4"/>
                </a:solidFill>
                <a:latin typeface="Microsoft YaHei"/>
                <a:ea typeface="Microsoft YaHei"/>
                <a:cs typeface="Microsoft YaHei"/>
              </a:rPr>
              <a:t>⚠️ 2025年10月后新规：高强度促评=新评价不产生星级收益。合规才是唯一出路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4074800" cy="160000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200" y="770000"/>
            <a:ext cx="397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🚫 止血：停止无效促评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200" y="1000000"/>
            <a:ext cx="395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❌ 禁止"好评返现/好评送菜"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200" y="1160000"/>
            <a:ext cx="395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❌ 禁止"写好评截图给服务员"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200" y="1320000"/>
            <a:ext cx="395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❌ 禁止店员追着客人要好评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0" y="1480000"/>
            <a:ext cx="395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90000"/>
                </a:solidFill>
                <a:latin typeface="Microsoft YaHei"/>
                <a:ea typeface="Microsoft YaHei"/>
                <a:cs typeface="Microsoft YaHei"/>
              </a:rPr>
              <a:t>❌ 禁止刷单/买好评（封店风险）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00" y="1800000"/>
            <a:ext cx="395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✅ 唯一正确做法：做好体验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00" y="1960000"/>
            <a:ext cx="395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   让客人自发想分享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2000" y="750000"/>
            <a:ext cx="4074800" cy="1600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2000" y="770000"/>
            <a:ext cx="39748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✅ 合规工具：免费试/免费菜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000" y="100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① 免费试（点评官方工具）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000" y="1145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🔧商家后台→营销中心→免费试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000" y="129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→设置5-10个名额/天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000" y="1435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→系统自动匹配优质体验官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000" y="158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→体验官自发写真实评价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000" y="187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② 免费菜（到店赠品）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000" y="2015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到店消费自动赠一道菜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000" y="216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客人体验超预期→自发好评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000" y="245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③ 打造分享动机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000" y="2595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三格锅底=天然出片→拍照欲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000" y="2740000"/>
            <a:ext cx="39348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05000"/>
                </a:solidFill>
                <a:latin typeface="Microsoft YaHei"/>
                <a:ea typeface="Microsoft YaHei"/>
                <a:cs typeface="Microsoft YaHei"/>
              </a:rPr>
              <a:t>   明档杀鱼=视觉冲击→发朋友圈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500000"/>
            <a:ext cx="8229600" cy="7000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200" y="2520000"/>
            <a:ext cx="810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📈 冲榜路径 &amp; 量化目标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7200" y="2730000"/>
            <a:ext cx="19974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200" y="2740000"/>
            <a:ext cx="19574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第1-2周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0" y="2900000"/>
            <a:ext cx="19574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攒前30条真实评价
目标评分≥4.3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54600" y="2730000"/>
            <a:ext cx="19974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4600" y="2740000"/>
            <a:ext cx="19574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第3-4周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74600" y="2900000"/>
            <a:ext cx="19574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冲新店榜前10
免费试+自然好评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2000" y="2730000"/>
            <a:ext cx="19974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2000" y="2740000"/>
            <a:ext cx="19574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第2个月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2000" y="2900000"/>
            <a:ext cx="19574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冲热门榜
评价50条+评分4.5+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2730000"/>
            <a:ext cx="19974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9400" y="2740000"/>
            <a:ext cx="19574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9400" y="2900000"/>
            <a:ext cx="19574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维护4.5分+
差评2小时内回复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Q3营销日历：暑期×七夕×贴秋膘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7-9月三波营销节奏，每月一个主题，持续保持热度不断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2703200" cy="33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50000"/>
            <a:ext cx="2703200" cy="5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2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🌡️ 7月：夏日夜宵季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200" y="1080000"/>
            <a:ext cx="2643200" cy="2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主题：深夜食堂×啤酒季
① 夜宵延时营业
• 延长至23:00-凌晨1:00
• 夜宵菜单：鱼火锅+
  啤酒套餐59/79/99元
• 22:00后下单享8折
• 🔧扫码点餐→定时切换
  夜宵菜单
• Who：排1名夜班服务员
② 大暑消暑福利(7.22-23)
• 到店送冰粉1份(成本1元)
• 消暑凉菜拼盘特价25元
• 🔧扫码弹窗"大暑福利"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0400" y="750000"/>
            <a:ext cx="2703200" cy="33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0400" y="750000"/>
            <a:ext cx="2703200" cy="500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04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DC3545"/>
                </a:solidFill>
                <a:latin typeface="Microsoft YaHei"/>
                <a:ea typeface="Microsoft YaHei"/>
                <a:cs typeface="Microsoft YaHei"/>
              </a:rPr>
              <a:t>💕 8月：七夕+贴秋膘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0400" y="1080000"/>
            <a:ext cx="2643200" cy="2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主题：浪漫鱼宴×秋季上新
① 七夕双人套餐
• 双人鱼火锅套餐¥188
  (含美蛙鱼头+4荤4素+
  定制甜品+单支玫瑰)
• 限量预售，提前锁位
• 🔧万能码→预约页面
• Who：老板提前1周发朋友圈
② 立秋贴秋膘(8.7-8)
• 推"贴秋膘"限定：
  美蛙鱼头+酱骨架拼盘
• 点"秋膘菜"送银耳汤
  (成本2元)
• 🔧扫码→贴秋膘专区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3600" y="750000"/>
            <a:ext cx="2703200" cy="33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3600" y="750000"/>
            <a:ext cx="2703200" cy="500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3600" y="830000"/>
            <a:ext cx="26432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9688"/>
                </a:solidFill>
                <a:latin typeface="Microsoft YaHei"/>
                <a:ea typeface="Microsoft YaHei"/>
                <a:cs typeface="Microsoft YaHei"/>
              </a:rPr>
              <a:t>🏮 9月：中秋团圆季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3600" y="1080000"/>
            <a:ext cx="2643200" cy="2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主题：团圆家宴×桂花入馔
① 中秋团圆宴
• 6人宴¥388/8人宴¥528
• 赠月饼礼盒4枚(成本15元)
• 桂花酒1壶(成本3元)
• 提前1周开放预订
• 🔧会员系统push团圆宴
• Who：店长管预约
② 桂花限定菜单(杭州特色)
• 桂花糖藕/桂花酒酿
• 到店赠桂花香囊(1-2元)
• 小红书发"杭州桂花季"
  主题内容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0000"/>
            <a:ext cx="8229600" cy="220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200" y="4210000"/>
            <a:ext cx="810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94C00"/>
                </a:solidFill>
                <a:latin typeface="Microsoft YaHei"/>
                <a:ea typeface="Microsoft YaHei"/>
                <a:cs typeface="Microsoft YaHei"/>
              </a:rPr>
              <a:t>💡 节奏感：7月夜宵拉新客→8月七夕做客单→9月中秋锁团圆，三个月不断档，每月有新鲜感。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SaaS场景化：你的店 × 你的问题 × 对应功能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不列功能清单，只说"在你的店里，这个功能帮你解决什么"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2019900" cy="28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50000"/>
            <a:ext cx="2019900" cy="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200" y="83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📱 扫码点餐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200" y="1030000"/>
            <a:ext cx="19699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解决：高峰期客人等上菜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200" y="1230000"/>
            <a:ext cx="1969900" cy="2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客人扫码自助下单→后厨
  直接出票→省1名服务员
• 翻台提速：平均缩短8-10min
• 弹窗入会：0摩擦攒会员
• 🔧 收银后台→扫码点餐开启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7100" y="750000"/>
            <a:ext cx="2019900" cy="28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27100" y="750000"/>
            <a:ext cx="2019900" cy="5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2100" y="83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👤 会员旗舰版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100" y="1030000"/>
            <a:ext cx="19699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解决：客人来一次就走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100" y="1230000"/>
            <a:ext cx="1969900" cy="2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旗舰独有：团购会员卡
  团购客→自动入会→复购
• 潜客营销：没入会的自动推
• 6大特有活动：拉新/沉睡唤醒
• 🔧 会员中心→旗舰功能开启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7000" y="750000"/>
            <a:ext cx="2019900" cy="28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7000" y="750000"/>
            <a:ext cx="2019900" cy="5000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2000" y="83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8A745"/>
                </a:solidFill>
                <a:latin typeface="Microsoft YaHei"/>
                <a:ea typeface="Microsoft YaHei"/>
                <a:cs typeface="Microsoft YaHei"/>
              </a:rPr>
              <a:t>💳 智能储值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000" y="1030000"/>
            <a:ext cx="19699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解决：现金流不稳定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2000" y="1230000"/>
            <a:ext cx="1969900" cy="2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充300送40，一键配置
• 扫码点餐弹窗自动推储值
• 储值报表实时看入账
• 客人不买→"充150也行，
  够来两次，送20元"
• 🔧 会员→储值活动→创建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6900" y="750000"/>
            <a:ext cx="2019900" cy="280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6900" y="750000"/>
            <a:ext cx="2019900" cy="50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1900" y="830000"/>
            <a:ext cx="19699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73AB7"/>
                </a:solidFill>
                <a:latin typeface="Microsoft YaHei"/>
                <a:ea typeface="Microsoft YaHei"/>
                <a:cs typeface="Microsoft YaHei"/>
              </a:rPr>
              <a:t>📊 经营数据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1900" y="1030000"/>
            <a:ext cx="19699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解决：拍脑袋决策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1900" y="1230000"/>
            <a:ext cx="1969900" cy="2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手机看日报：流水/客单/人次
• 菜品排行：哪道卖得好/差
• 时段分析：午市vs晚市
• 数据驱动调菜单/调价格
• 🔧 美团收银APP→经营报表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00000"/>
            <a:ext cx="8229600" cy="250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200" y="3720000"/>
            <a:ext cx="8109600" cy="21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06400"/>
                </a:solidFill>
                <a:latin typeface="Microsoft YaHei"/>
                <a:ea typeface="Microsoft YaHei"/>
                <a:cs typeface="Microsoft YaHei"/>
              </a:rPr>
              <a:t>💡 一句话总结：扫码点餐省人力+会员旗舰锁复购+储值稳现金流+数据驱动决策=这家店的数字化底座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OKR目标 + 投资回报分析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⚠️ 基于人均80元/日均50桌(⚠️假设)估算，实际以开业数据为准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4074800" cy="22000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200" y="770000"/>
            <a:ext cx="39548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3个月OKR量化目标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200" y="1050000"/>
            <a:ext cx="39348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O1：月营收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200" y="1230000"/>
            <a:ext cx="39348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KR1：开业首月日均流水≥8,000元（月≥24万）
KR2：第3月日均流水≥10,000元（月≥30万）
推算：50桌×翻台1.6×人均80=6,400基础，
+外卖/夜宵补量≥8,000 ⚠️假设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200" y="1610000"/>
            <a:ext cx="39348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O2：口碑评分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790000"/>
            <a:ext cx="39348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KR1：首月大众点评4.3分+评价30条
KR2：第3月4.5分+评价80条
KR3：进入热门榜前10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200" y="2170000"/>
            <a:ext cx="39348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O3：会员/储值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200" y="2350000"/>
            <a:ext cx="39348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KR1：首月入会200人，储值入账2万
KR2：第3月累计会员500人，
      月储值入账2万（累计5万）
KR3：会员复购率≥40%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2000" y="750000"/>
            <a:ext cx="4074800" cy="2200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000" y="770000"/>
            <a:ext cx="39548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投资回报测算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2000" y="105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📌 SaaS投入（年费）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2000" y="119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收银POS + 扫码点餐 ≈ ¥2,000/年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000" y="133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会员旗舰版 ¥4,888/年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2000" y="147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合计年费 ≈ ¥5,000-7,000/年 ⚠️假设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2000" y="175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📌 月增收测算（保守估计）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2000" y="189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储值增收：月入账2万×溢价12%=+¥2,400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2000" y="203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会员复购：200人×复购40%×80元=+¥6,400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2000" y="217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省人力：扫码点餐省1人≈+¥4,000/月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2000" y="231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④ 达人引流增量：+¥5,000-8,000/月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2000" y="259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📌 月增收合计：约¥4-6万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2000" y="287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回本周期：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2000" y="301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年费¥7,000 ÷ 月增收¥40,000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2000" y="3150000"/>
            <a:ext cx="39348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≈ 0.2个月（约1周回本！）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0000"/>
            <a:ext cx="8229600" cy="250000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200" y="3110000"/>
            <a:ext cx="81096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⚠️ 假设说明：日均50桌按通惠路商圈中等火锅店估算，实际以开业后第2周数据为准。月增收拆解中，②会员复购和④达人引流为重叠部分，实际增量以整体月营收增幅衡量。ROI数字为保守估算。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3500"/>
            <a:ext cx="9144000" cy="30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00000"/>
            <a:ext cx="82296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🐟 渝味三合鱼村 × 美团收银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C8DCFF"/>
                </a:solidFill>
                <a:latin typeface="Microsoft YaHei"/>
                <a:ea typeface="Microsoft YaHei"/>
                <a:cs typeface="Microsoft YaHei"/>
              </a:rPr>
              <a:t>"一条鱼三种吃法，人均80吃撑"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1597920" cy="6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200" y="1940000"/>
            <a:ext cx="157792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200" y="2230000"/>
            <a:ext cx="157792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开业爆破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15120" y="1900000"/>
            <a:ext cx="1597920" cy="6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5120" y="1940000"/>
            <a:ext cx="157792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5120" y="2230000"/>
            <a:ext cx="157792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口碑冲榜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3040" y="1900000"/>
            <a:ext cx="1597920" cy="6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3040" y="1940000"/>
            <a:ext cx="157792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3040" y="2230000"/>
            <a:ext cx="157792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会员锁客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30960" y="1900000"/>
            <a:ext cx="1597920" cy="6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960" y="1940000"/>
            <a:ext cx="157792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960" y="2230000"/>
            <a:ext cx="157792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数据驱动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8880" y="1900000"/>
            <a:ext cx="1597920" cy="6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8880" y="1940000"/>
            <a:ext cx="157792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8880" y="2230000"/>
            <a:ext cx="157792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快速回本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让每一条鱼，都游进客人的记忆里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00000"/>
            <a:ext cx="822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B4C8F0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0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6AAD2"/>
                </a:solidFill>
                <a:latin typeface="Microsoft YaHei"/>
                <a:ea typeface="Microsoft YaHei"/>
                <a:cs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