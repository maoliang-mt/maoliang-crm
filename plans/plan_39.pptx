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方案39 运营方案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00D4FF"/>
                </a:solidFill>
              </a:rPr>
              <a:t>数字化经营全案 · AI智能生成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D4FF"/>
                </a:solidFill>
              </a:rPr>
              <a:t>新疆美味烧羊肉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9A00"/>
                </a:solidFill>
              </a:rPr>
              <a:t>📊 门店数据概览（来源：大众点评公开数据）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D4FF"/>
                </a:solidFill>
              </a:rPr>
              <a:t>方案导航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9A00"/>
                </a:solidFill>
              </a:rPr>
              <a:t>🔒 完整方案需签约解锁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11430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🐑 正宗新疆烧羊肉品类标签——地域标签自带记忆点，"新疆味儿"是杭州市场稀缺供给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🍢 炭火现烤的仪式感——现切现串现烤是烧烤品类的最强信任状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📍 明石路地铁站周边——地铁口流量聚集，夜宵消费人群密集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💰 ¥68性价比定位——低于主要同品类竞品（羊老三¥80+），性价比空间充裕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全国烧烤市场2024年规模约2,840亿元，门店数54.1万家，同比+8.5%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新疆烧烤是杭州当前热度最高的地域风味赛道（搜索热词持续前列）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杭州夜宵文化活跃，社区烧烤+啤酒模式渗透率高，复购频次在烧烤品类中居前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消费者越来越追求"鲜切现制+情绪价值"，正宗地域品牌的溢价空间有10-20%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第1周：系统上线+物料到位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第2周：「好评冲刺」启动，目标20条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第3周：推出¥88双人套餐团购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第4周：会员总结+储值推广开始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第1周：端午节「羊肉串大礼包」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第2周：「新疆夏日啤酒节」启动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第3周：储值主推¥300档冲刺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CCCCCC"/>
                </a:solidFill>
              </a:rPr>
              <a:t>前4章免费展示 · 签约后获取全部7章完整内容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CCCCCC"/>
                </a:solidFill>
              </a:rPr>
              <a:t>目标门店大众点评未查询到评分数据，这意味着在杭州烧烤品类竞争中缺乏线上曝光入口。笕桥明石路板块搜索流量无法承接，每月至少流失50-80个自然到店顾客。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CCCCCC"/>
                </a:solidFill>
              </a:rPr>
              <a:t>烧烤客群消费频次可达2-4次/月，但无会员体系时顾客"随机选择"的概率极高。以当前2,059月消费人次估算，若复购率仅30%，每月有超过1,400人次是"陌生人"，拉新成本持续偏高。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D4FF"/>
                </a:solidFill>
              </a:rPr>
              <a:t>📋 门店执行手册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9A00"/>
                </a:solidFill>
              </a:rPr>
              <a:t>🎯 一、员工话术卡片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11430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CCCCCC"/>
                </a:solidFill>
              </a:rPr>
              <a:t>新疆美味烧羊肉 · 店长/收银员/服务员专用 · 拿到即用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方案39 × 美团餐饮SaaS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