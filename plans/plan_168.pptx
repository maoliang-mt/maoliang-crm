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0000" y="300000"/>
            <a:ext cx="8544000" cy="4543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900000"/>
            <a:ext cx="7700000" cy="7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4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八號涮串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600000"/>
            <a:ext cx="7700000" cy="5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2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2300000"/>
            <a:ext cx="7700000" cy="4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16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涮串 × 夜宵微醺 · 新店冷启动全案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3100000"/>
            <a:ext cx="18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150000"/>
            <a:ext cx="1800000" cy="3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120㎡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480000"/>
            <a:ext cx="180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社区新店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0000" y="3100000"/>
            <a:ext cx="18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0000" y="3150000"/>
            <a:ext cx="1800000" cy="3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¥60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80000"/>
            <a:ext cx="180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人均客单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0000" y="3100000"/>
            <a:ext cx="18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0000" y="3150000"/>
            <a:ext cx="1800000" cy="3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彭埠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0000" y="3480000"/>
            <a:ext cx="180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和兴云和印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0000" y="3100000"/>
            <a:ext cx="18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0000" y="3150000"/>
            <a:ext cx="1800000" cy="3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冷启动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0000" y="3480000"/>
            <a:ext cx="180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新店未开业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00" y="4300000"/>
            <a:ext cx="77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美团餐饮SaaS ·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门店诊断：新店冷启动的5大挑战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780000"/>
            <a:ext cx="8544000" cy="55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0"/>
            <a:ext cx="8300000" cy="5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数据基石（新店未开业，以下为平台数据+行业基准估算）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日均流水：1千以下 | 人均¥60（触及串串品类天花板） | 大众点评：无评分/无评价/零成交 | 30天曝光仅20人、访问3人、转化0%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000" y="1450000"/>
            <a:ext cx="265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00" y="1510000"/>
            <a:ext cx="2450000" cy="2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零口碑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1790000"/>
            <a:ext cx="2450000" cy="9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无评分无评价，新客看到空白页直接划走。30天仅3人访问、0成交——页面没有任何说服力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7000" y="1450000"/>
            <a:ext cx="265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7000" y="1510000"/>
            <a:ext cx="2450000" cy="2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定价压力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7000" y="1790000"/>
            <a:ext cx="2450000" cy="9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人均¥60已触及串串天花板（主流¥35-55），接近小火锅价格带。消费降级下需要明确价值感支撑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4000" y="1450000"/>
            <a:ext cx="265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4000" y="1510000"/>
            <a:ext cx="2450000" cy="2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非核心商圈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4000" y="1790000"/>
            <a:ext cx="2450000" cy="9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和兴云和印为新交付住宅区，自然客流有限。周边无成熟商业配套，靠等客上门必死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0000" y="2900000"/>
            <a:ext cx="265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0" y="2960000"/>
            <a:ext cx="2450000" cy="2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品牌空白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0" y="3240000"/>
            <a:ext cx="2450000" cy="9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新品牌零认知，周边马路边边(¥45)、六婆串串(¥50)等连锁品牌已占领心智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7000" y="2900000"/>
            <a:ext cx="265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7000" y="2960000"/>
            <a:ext cx="2450000" cy="2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夏季开业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000" y="3240000"/>
            <a:ext cx="2450000" cy="9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7月盛夏，火锅/涮串品类夏季客流下降30-40%，逆季开业需特殊策略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0000" y="4350000"/>
            <a:ext cx="8544000" cy="5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000" y="4380000"/>
            <a:ext cx="8300000" cy="44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核心洞察：串串¥60不贵，但老板需要给顾客一个「为什么花¥60吃串串而不是¥45的马路边边或¥90的火锅」的理由 —— 答案是「涮串+微醺」的场景体验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竞品分析：彭埠3公里真实竞争格局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000" y="780000"/>
            <a:ext cx="8544000" cy="3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0000" y="800000"/>
            <a:ext cx="1540000" cy="34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000" y="800000"/>
            <a:ext cx="740000" cy="34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8000" y="800000"/>
            <a:ext cx="1640000" cy="34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7000" y="800000"/>
            <a:ext cx="1640000" cy="34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6000" y="800000"/>
            <a:ext cx="2240000" cy="34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八號涮串切入机会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000" y="1200000"/>
            <a:ext cx="8544000" cy="7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000" y="1220000"/>
            <a:ext cx="15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马路边边麻辣烫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9000" y="1220000"/>
            <a:ext cx="7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8000" y="1220000"/>
            <a:ext cx="16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品牌认知强
性价比高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7000" y="1220000"/>
            <a:ext cx="16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产品同质化
环境一般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6000" y="1220000"/>
            <a:ext cx="22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用「涮」的差异化体验
+微醺场景升级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0000" y="1955000"/>
            <a:ext cx="8544000" cy="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00" y="1975000"/>
            <a:ext cx="15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六婆串串香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9000" y="1975000"/>
            <a:ext cx="7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8000" y="1975000"/>
            <a:ext cx="16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川味正宗
老字号品牌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7000" y="1975000"/>
            <a:ext cx="16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门店体验差
年轻感不足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6000" y="1975000"/>
            <a:ext cx="22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年轻化环境+精酿
抢其年轻客群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0000" y="2710000"/>
            <a:ext cx="8544000" cy="7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0000" y="2730000"/>
            <a:ext cx="15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楠火锅/凑凑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9000" y="2730000"/>
            <a:ext cx="7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¥90-110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8000" y="2730000"/>
            <a:ext cx="16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品牌力强
体验好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7000" y="2730000"/>
            <a:ext cx="16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人均偏高
日常消费门槛高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6000" y="2730000"/>
            <a:ext cx="22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¥60卡位：比串串
精致、比火锅亲民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0000" y="3465000"/>
            <a:ext cx="8544000" cy="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000" y="3485000"/>
            <a:ext cx="15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周边烧烤夜宵档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79000" y="3485000"/>
            <a:ext cx="7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¥40-60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8000" y="3485000"/>
            <a:ext cx="16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夜宵场景强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7000" y="3485000"/>
            <a:ext cx="16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环境脏乱
食安隐忧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6000" y="3485000"/>
            <a:ext cx="2240000" cy="71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干净涮串+精酿
「有品质的夜宵」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" y="4270000"/>
            <a:ext cx="8544000" cy="50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0000" y="4300000"/>
            <a:ext cx="8300000" cy="42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核心定位：「比串串精致、比火锅亲民、比烧烤干净」——¥60人均卡位，主打涮串+微醺社交场景，错位竞争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核心策略：新店冷启动三板斧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850000"/>
            <a:ext cx="2700000" cy="36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950000"/>
            <a:ext cx="250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第一板斧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230000"/>
            <a:ext cx="2500000" cy="40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8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口碑破冰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000" y="1700000"/>
            <a:ext cx="2400000" cy="9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开业前15天攒30+真实好评
冲出4.0分+新店榜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000" y="2750000"/>
            <a:ext cx="24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000" y="2830000"/>
            <a:ext cx="2200000" cy="135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目标：30天评分≥4.0
评价数≥50条
新店榜上榜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000" y="850000"/>
            <a:ext cx="2700000" cy="360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0000" y="950000"/>
            <a:ext cx="250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第二板斧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000" y="1230000"/>
            <a:ext cx="2500000" cy="40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8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夜宵微醺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0000" y="1700000"/>
            <a:ext cx="2400000" cy="9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锁定「涮串+精酿」差异化
延时营业至凌晨1点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0000" y="2750000"/>
            <a:ext cx="24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0000" y="2830000"/>
            <a:ext cx="2200000" cy="135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目标：夜宵时段占日营收35%+
日均流水破¥3,000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0" y="850000"/>
            <a:ext cx="2700000" cy="36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000" y="950000"/>
            <a:ext cx="250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第三板斧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0" y="1230000"/>
            <a:ext cx="2500000" cy="40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锁住3公里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1700000"/>
            <a:ext cx="2400000" cy="9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社区私域+外卖覆盖
把周边住户变回头客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0000" y="2750000"/>
            <a:ext cx="24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0000" y="2830000"/>
            <a:ext cx="2200000" cy="135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目标：首月入会200人
外卖月销150单+
3个福利群500人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口碑破冰：从零到4.0分的30天作战计划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000" y="780000"/>
            <a:ext cx="8544000" cy="1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0000" y="840000"/>
            <a:ext cx="1400000" cy="123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000" y="860000"/>
            <a:ext cx="1340000" cy="119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D-7~D-1
开业前一周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0000" y="840000"/>
            <a:ext cx="69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霸王餐试吃攒首批好评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0000" y="1110000"/>
            <a:ext cx="6900000" cy="9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谁做：老板把关名单，店长负责执行
• 操作：大众点评商家后台→营销中心→霸王餐，设15-20桌
• 话术：「今天您是试吃官，吃完花1分钟写写真实感受」
• 不配合：「扫码写满15字送招牌牛肉串5根」
• 效果：开业前积累15-20条真实好评
• 严禁好评返券/评价送礼（2025.10后促评无星级收益）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000" y="2155000"/>
            <a:ext cx="8544000" cy="1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000" y="2215000"/>
            <a:ext cx="1400000" cy="123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000" y="2235000"/>
            <a:ext cx="1340000" cy="119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D1~D7
开业首周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0000" y="2215000"/>
            <a:ext cx="69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锅底免费+按签计费击穿价格感知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0000" y="2485000"/>
            <a:ext cx="6900000" cy="9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谁做：收银员结账说明，服务员上菜引导
• 动作：开业7天锅底全免（成本¥3-5/锅），串串0.5-3元/根
• 操作：收银系统→活动管理→新建「开业锅底免费」
• 话术：「锅底免费，串串按根选，丰俭由人」
• 效果：首周日均40+桌，日流水¥2,400+
• 成本：¥5×40桌×7天=¥1,400换400+桌客流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000" y="3530000"/>
            <a:ext cx="8544000" cy="1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0000" y="3590000"/>
            <a:ext cx="1400000" cy="123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000" y="3610000"/>
            <a:ext cx="1340000" cy="119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D8~D30
稳定爬坡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0000" y="3590000"/>
            <a:ext cx="69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免费试+分享动机打造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0000" y="3860000"/>
            <a:ext cx="6900000" cy="9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谁做：店长每天盯点评后台，差评2h内回复
• 操作：商家后台→免费试，上线2款招牌菜
• 动作：打造3个拍照点（涮串墙/啤酒区/锅底特写）
• 分享：桌面立牌「拍照发圈出示截图赠小食」（自发分享非促评）
• 目标：D30评价≥50条，评分≥4.0，冲新店榜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夜宵微醺：打造「彭埠深夜涮串据点」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780000"/>
            <a:ext cx="4200000" cy="400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20000"/>
            <a:ext cx="4000000" cy="35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场景设计：涮串+精酿=年轻人夜宵新选择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1180000"/>
            <a:ext cx="4000000" cy="350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核心洞察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¥60 vs 马路边边¥45贵了¥15。但「涮串+精酿+好氛围」的微醺夜宵场景下，竞争对手变成¥90-110的火锅和酒吧，¥60反而便宜。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套餐设计（抖音/点评团购上架）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双人微醺套：¥99（30根精选串+锅底+2瓶精酿）成本约¥42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四人畅涮套：¥199（60根串+锅底+4瓶精酿+小食拼盘）成本约¥85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深夜买醉套：¥59（20根串+锅底+畅饮2h啤酒）限22:00后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延时营业至凌晨1点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22:00后自动切换夜宵菜单（精简15-20个SKU）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操作：扫码点餐→菜单管理→定时切换22:00夜宵菜单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灯光调暗+轻音乐，营造微醺氛围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延时人工：1服务员+1厨师值班，约¥200/晚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0000" y="780000"/>
            <a:ext cx="4000000" cy="40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0000" y="820000"/>
            <a:ext cx="3800000" cy="35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落地执行：谁做/怎么做/何时做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0000" y="1180000"/>
            <a:ext cx="3800000" cy="350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Step 1：开业前3天 — 抖音蓄水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谁做：老板拍3条短视频（涮串翻滚/啤酒开瓶/夜景）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上架9.9元抵50元引流券（限量200张）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操作：抖音来客→团购→新建套餐→设置标签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Step 2：开业首周 — 引爆夜宵场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服务员每桌推荐「加¥19升级精酿畅饮」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话术：「精酿本地酿造，加19块无限畅饮」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不买：「单瓶15，先尝一口？」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Step 3：持续运营 — 锁定夜间流量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每周三「精酿半价夜」培养消费习惯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大众点评上线「深夜涮串」团购套餐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操作：会员系统→营销活动→创建循环活动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小红书每周1篇「彭埠深夜食堂」探店笔记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量化目标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夜宵时段(21:00后)日均15桌×¥80=¥1,200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占全天营收35%+ | 月夜宵营收≥¥36,000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锁住3公里：社区私域 + 外卖覆盖双引擎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780000"/>
            <a:ext cx="4200000" cy="19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20000"/>
            <a:ext cx="40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社区私域：3个福利群锁住回头客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1130000"/>
            <a:ext cx="4000000" cy="150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诊断：和兴云和印为新交付住宅区+产业园，自然客流有限 → 必须主动建立社区关系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建群（老板）：开业当天桌面放「扫码入群领¥10券」立牌 → 首月3群500人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每周三群内秒杀（店长）：19.9元30根招牌串（成本约¥8），限量20份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操作：会员系统→社群营销→新建「周三秒杀」→推送至企微群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不加群话术：「群里每周三19.9元30根串秒杀，比店里便宜一半」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群活跃：每天发1条（菜品图/厨房实拍/天气问候），不刷屏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" y="2830000"/>
            <a:ext cx="4200000" cy="19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2870000"/>
            <a:ext cx="40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外卖覆盖：涮串到家破局午市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3180000"/>
            <a:ext cx="4000000" cy="150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诊断：7月杭州28-38°C，午市堂食几乎为零 → 外卖是夏季活命线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上线「涮串到家」：双人餐¥79（锅底+40根串+饮品），成本约¥35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操作：美团外卖商家版→菜单管理→新建「涮串到家」分类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谁做：店长维护外卖菜单，厨师出餐（预制汤底+生串打包）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首月「满50减15」引流（平台+自费各半），目标月销150单+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预期：外卖月营收150单×¥65=¥9,750，占总营收约10%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0000" y="780000"/>
            <a:ext cx="4200000" cy="3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0000" y="820000"/>
            <a:ext cx="40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公域引流：大众点评+抖音+小红书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0000" y="1130000"/>
            <a:ext cx="4000000" cy="350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大众点评（核心战场）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冲榜路径：霸王餐→免费试→新店榜→热门榜→好评榜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上架3款团购套餐（双人¥99/四人¥199/单人¥39特价锅）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操作：商家后台→团购→新建套餐→定价→上线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标签优化：「涮串」「夜宵」「精酿啤酒」「彭埠美食」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抖音本地生活（夜宵引流）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老板每周拍2条短视频（涮串翻滚/啤酒碰杯/深夜氛围）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上架9.9元抵50元引流券（开业前15天蓄水200张）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标签：#彭埠夜宵 #杭州涮串 #深夜食堂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rPr>
              <a:t>小红书（种草曝光）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每周1篇探店笔记：串串摆盘+精酿特写+夜景氛围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关键词：「彭埠串串」「杭州夜宵推荐」「和兴云和印」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开业邀3-5位本地博主（500-2000粉，约¥200/人）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公私域联动闭环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公域（点评/抖音/小红书引新客）→ 到店扫码入会 → 入福利群 → 社群秒杀复购 → 储值锁定长期消费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会员体系：让每个进店的人都变成「数字化常客」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780000"/>
            <a:ext cx="8544000" cy="45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10000"/>
            <a:ext cx="8300000" cy="3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入会路径：扫码点餐自动识别 → 首单即入会 → 享会员价 → 积分累计 → 储值锁定 → 系统自动唤醒沉睡会员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000" y="1350000"/>
            <a:ext cx="27000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000" y="1410000"/>
            <a:ext cx="254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1300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rPr>
              <a:t>会员价权益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00" y="1710000"/>
            <a:ext cx="2540000" cy="28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核心逻辑：让顾客觉得「不入会亏了」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招牌牛肉串：原价¥3/根 → 会员¥2.5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精酿啤酒：原价¥18/瓶 → 会员¥15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锅底：原价¥18 → 会员¥12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小食拼盘：原价¥28 → 会员¥22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操作：收银系统→会员管理→设置会员价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话术：「扫码就自动入会，这单立省¥6，不充值不办卡」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000" y="1350000"/>
            <a:ext cx="27000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2000" y="1410000"/>
            <a:ext cx="254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积分+生日营销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2000" y="1710000"/>
            <a:ext cx="2540000" cy="28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积分规则（自动累积）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消费1元=1积分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200积分兑招牌串5根（¥15）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500积分兑精酿1瓶（¥18）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生日营销（旗舰版特有）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生日当天赠锅底1份（成本¥5）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生日月双倍积分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• 操作：会员系统→营销→生日关怀→自动触发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沉睡唤醒（旗舰版潜客营销）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15天未到店→自动推¥8串券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30天未到店→自动推锅底免费券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000" y="1350000"/>
            <a:ext cx="27000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4000" y="1410000"/>
            <a:ext cx="254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储值方案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4000" y="1710000"/>
            <a:ext cx="2540000" cy="28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rPr>
              <a:t>新店阶段储值不是主菜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首月重心=入会+复购习惯。储值在回头客占比≥20%后再主推（约第2个月）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储值档位设计（第2个月开启）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体验档：充¥100赠¥12（≈8.8折，1-2次用完）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⭐主推：充¥200赠¥30（≈8.7折，3-4次用完）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尊享档：充¥500赠¥80（≈8.6折，8次用完）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主推¥200逻辑：客单¥60×3-4次=¥180-240，¥200「够得着」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话术：「您消费¥65，充¥200赠30，够吃3次，下次直接刷」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不充：「没关系，扫码入会也有会员价」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点评口碑：从零到新店榜的合规路径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780000"/>
            <a:ext cx="4000000" cy="55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00000"/>
            <a:ext cx="3800000" cy="5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无评分 | 无评价 | 无成交 | 商户通未开通 | 30天曝光仅20人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0" y="780000"/>
            <a:ext cx="4344000" cy="55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0000" y="800000"/>
            <a:ext cx="4100000" cy="500000"/>
          </a:xfrm>
          <a:prstGeom prst="rect">
            <a:avLst/>
          </a:prstGeom>
          <a:noFill/>
        </p:spPr>
        <p:txBody>
          <a:bodyPr wrap="square" anchor="t">
            <a:normAutofit fontScale="60000" lnSpcReduction="0"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30/60/90天目标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30天：评分≥4.0·评价≥50条·新店榜 | 60天：≥4.3·热门榜前10 | 90天：≥4.5·争好评榜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000" y="1450000"/>
            <a:ext cx="8544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合规提升路径（2025.10新规后促评=无效，以下为合规做法）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" y="1800000"/>
            <a:ext cx="2050000" cy="25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000" y="1850000"/>
            <a:ext cx="1890000" cy="3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rPr>
              <a:t>Step 1
止血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00" y="2250000"/>
            <a:ext cx="1890000" cy="19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停止一切「好评返券/评价送礼」
促评不产生星级收益
• 删除现有促评物料/话术
• 商家后台→营销中心→关闭评价类活动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0000" y="1800000"/>
            <a:ext cx="2050000" cy="25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000" y="1850000"/>
            <a:ext cx="1890000" cy="3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Step 2
合规工具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000" y="2250000"/>
            <a:ext cx="1890000" cy="19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用「免费试/免费菜」替代
官方流量扶持千万级曝光
• 上线2款免费试菜品
• 商家后台→营销中心→免费试→设置
• 免费试≠霸王餐，是官方引流工具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0000" y="1800000"/>
            <a:ext cx="2050000" cy="25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0000" y="1850000"/>
            <a:ext cx="1890000" cy="3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Step 3
分享动机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0000" y="2250000"/>
            <a:ext cx="1890000" cy="19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让客人「自己想发」不是「求着发」
打造拍照点+创造分享理由
• 涮串墙（排列整齐视觉冲击）
• 精酿区（灯光+酒标展示）
• 立牌：「拍照发圈出示截图赠小食」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40000" y="1800000"/>
            <a:ext cx="2050000" cy="2500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0000" y="1850000"/>
            <a:ext cx="1890000" cy="3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Step 4
差评管理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0000" y="2250000"/>
            <a:ext cx="1890000" cy="19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差评2小时内回复
用态度不用金钱解决
• 店长早/晚各看一次评价
• 模板：感谢+道歉+已改+欢迎再来
• 点评商家版APP→评价管理→实时提醒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开业4周营销节奏 × 7月暑期作战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780000"/>
            <a:ext cx="2050000" cy="38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000" y="840000"/>
            <a:ext cx="1930000" cy="4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000" y="850000"/>
            <a:ext cx="1890000" cy="43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D-7~D-1
蓄水期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350000"/>
            <a:ext cx="1890000" cy="31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霸王餐15-20桌攒好评
• 抖音3条预热+9.9抵50券
• 小红书2篇「即将开业」
• 3-5位本地博主到店
• 福利群建立+种子50人
• 外卖菜单上线并测试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0000" y="780000"/>
            <a:ext cx="2050000" cy="380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40000" y="840000"/>
            <a:ext cx="1930000" cy="45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000" y="850000"/>
            <a:ext cx="1890000" cy="43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D1~D7
爆发期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000" y="1350000"/>
            <a:ext cx="1890000" cy="31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锅底免费7天（¥1,400）
• 每桌推荐入群领¥10券
• 到店扫码自动入会
• 22:00夜宵菜单首次启用
• 点评团购套餐正式上线
• 每天盯评价差评2h回复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0000" y="780000"/>
            <a:ext cx="2050000" cy="38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20000" y="840000"/>
            <a:ext cx="1930000" cy="45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0000" y="850000"/>
            <a:ext cx="1890000" cy="43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D8~D21
体验期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000" y="1350000"/>
            <a:ext cx="1890000" cy="31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上线「免费试」2款招牌菜
• 周三精酿半价夜启动
• 群内首次秒杀19.9×30串
• 外卖满50减15引流7天
• 会员价+积分体系启用
• 收集反馈优化出品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0000" y="780000"/>
            <a:ext cx="2050000" cy="38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0000" y="840000"/>
            <a:ext cx="1930000" cy="450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0000" y="850000"/>
            <a:ext cx="1890000" cy="43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D22~D30
稳增期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0000" y="1350000"/>
            <a:ext cx="1890000" cy="31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复盘首月数据
• 储值活动评估是否开启
• 沉睡会员首轮唤醒
• 大暑消暑活动（赠冰粉）
• 抖音2条/周+小红书1/周
• 冲新店榜排名目标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已签产品场景化赋能：每个工具解决一个具体问题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780000"/>
            <a:ext cx="2050000" cy="38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40000"/>
            <a:ext cx="1890000" cy="2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扫码点餐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1120000"/>
            <a:ext cx="189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省人力+自动入会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1410000"/>
            <a:ext cx="1890000" cy="30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解决：高峰期点餐慢、服务员不够
• 120㎡约25-30桌，午晚高峰1名服务员即可
• 扫码自动入会（首单即会员）
• 22:00自动切换夜宵菜单
• 省1名服务员 ≈ ¥4,000/月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0000" y="780000"/>
            <a:ext cx="2050000" cy="380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000" y="840000"/>
            <a:ext cx="1890000" cy="2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会员旗舰版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000" y="1120000"/>
            <a:ext cx="189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复购+唤醒+团购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000" y="1410000"/>
            <a:ext cx="1890000" cy="30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解决：来一次就走，缺复购抓手
• 团购会员卡：核销→自动入会
• 潜客营销：15/30天未到店自动推券
• 6大特有活动（生日/消费奖励等）
• 旗舰版提升复购率20%+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0000" y="780000"/>
            <a:ext cx="2050000" cy="38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0000" y="840000"/>
            <a:ext cx="1890000" cy="2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小程序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0000" y="1120000"/>
            <a:ext cx="189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自有数字化入口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000" y="1410000"/>
            <a:ext cx="1890000" cy="30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解决：没有自有线上入口
• 线上点餐+外带自提
• 储值/积分/优惠券一站式
• 附近小程序曝光（3公里内）
• 小程序月增收¥3,000+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0000" y="780000"/>
            <a:ext cx="2050000" cy="3800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0000" y="840000"/>
            <a:ext cx="1890000" cy="28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300" b="1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收银POS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0000" y="1120000"/>
            <a:ext cx="1890000" cy="25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000" b="0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数据驱动经营决策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0000" y="1410000"/>
            <a:ext cx="1890000" cy="307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解决：手工收银慢、对账乱
• 手机实时看日报（流水/客单/翻台）
• 菜品销量TOP（淘汰滞销菜）
• 对接外卖平台一键接单
• 经营决策从拍脑袋变看数据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20000"/>
            <a:ext cx="8500000" cy="48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OKR量化目标 + 投资回报分析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780000"/>
            <a:ext cx="4200000" cy="395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820000"/>
            <a:ext cx="40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月度/季度OKR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1130000"/>
            <a:ext cx="4000000" cy="350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首月目标（D1-D30）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月营收：¥100,000（日均¥3,300）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拆解：堂食¥55K + 夜宵¥36K + 外卖¥10K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点评评分：≥4.0分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会员入会：≥200人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评价数：≥50条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福利群：≥500人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外卖月销：≥150单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第二月目标（D31-D60）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月营收：¥120,000（+20%）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评分≥4.3 · 冲热门榜前10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储值入账≥¥20,000（开启储值）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会员≥500人 · 复购率≥25%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季度目标（D61-D90）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月营收：¥150,000（日均¥5,000）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评分≥4.5 · 争好评榜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储值月入账≥¥30,000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会员≥800人 · 复购率≥30%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0000" y="780000"/>
            <a:ext cx="4200000" cy="1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0000" y="820000"/>
            <a:ext cx="40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月增收测算（稳定期）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0000" y="1120000"/>
            <a:ext cx="4000000" cy="14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① 扫码点餐省人力：¥4,000/月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120㎡门店省1名服务员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② 会员复购增收：¥8,000/月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复购率+20%→月增80人次×¥60×50%增量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③ 储值锁客增收：¥5,000/月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月储值入账¥30K×16%≈¥5K提前锁定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④ 夜宵场景增量：¥6,000/月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 精酿溢价+延时经营新增客群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合计月增收：约 ¥23,000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0000" y="2780000"/>
            <a:ext cx="4200000" cy="195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0000" y="2820000"/>
            <a:ext cx="40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投入 vs 回报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0000" y="3100000"/>
            <a:ext cx="4000000" cy="1550000"/>
          </a:xfrm>
          <a:prstGeom prst="rect">
            <a:avLst/>
          </a:prstGeom>
          <a:noFill/>
        </p:spPr>
        <p:txBody>
          <a:bodyPr wrap="square" anchor="t">
            <a:normAutofit fontScale="55000" lnSpcReduction="0"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已签SaaS软件（年费）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收银POS+扫码点餐+会员旗舰版+小程序 → 已含在签约方案内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开业营销投入（一次性）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霸王餐食材成本：约¥1,500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锅底免费7天：约¥1,400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抖音引流券补贴：约¥1,000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博主邀请费：约¥1,000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E53935"/>
                </a:solidFill>
                <a:latin typeface="Microsoft YaHei"/>
                <a:ea typeface="Microsoft YaHei"/>
                <a:cs typeface="Microsoft YaHei"/>
              </a:rPr>
              <a:t>• 合计营销投入：约¥4,900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回本周期：¥4,900 ÷ ¥23,000/月 ≈ 0.2个月（约1周回本！）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第二月起营销成本大幅下降，月增¥23,000为持续收益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0000" y="300000"/>
            <a:ext cx="8544000" cy="4543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800000"/>
            <a:ext cx="7700000" cy="6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3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八號涮串 × 美团收银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7700000" cy="4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16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让每一根串都成为回头客的理由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200000"/>
            <a:ext cx="14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300000"/>
            <a:ext cx="1400000" cy="50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口碑破冰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0000" y="2200000"/>
            <a:ext cx="14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0000" y="2300000"/>
            <a:ext cx="1400000" cy="50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夜宵微醺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0000" y="2200000"/>
            <a:ext cx="14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0000" y="2300000"/>
            <a:ext cx="1400000" cy="50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社区锁客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0000" y="2200000"/>
            <a:ext cx="14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0000" y="2300000"/>
            <a:ext cx="1400000" cy="50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数字经营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0000" y="2200000"/>
            <a:ext cx="1400000" cy="7000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0000" y="2300000"/>
            <a:ext cx="1400000" cy="500000"/>
          </a:xfrm>
          <a:prstGeom prst="rect">
            <a:avLst/>
          </a:prstGeom>
          <a:noFill/>
        </p:spPr>
        <p:txBody>
          <a:bodyPr wrap="square" anchor="ctr">
            <a:normAutofit fontScale="70000" lnSpcReduction="0"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持续增长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3500000"/>
            <a:ext cx="7700000" cy="300000"/>
          </a:xfrm>
          <a:prstGeom prst="rect">
            <a:avLst/>
          </a:prstGeom>
          <a:noFill/>
        </p:spPr>
        <p:txBody>
          <a:bodyPr wrap="square" anchor="t">
            <a:normAutofit fontScale="70000" lnSpcReduction="0"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美团餐饮SaaS运营策划团队 · 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