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00000"/>
            <a:ext cx="8229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阿坤港式烧烤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00000"/>
            <a:ext cx="8229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美团收银 | 港式烧烤+砂锅粥+小龙虾 全场景方案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杭州萧山 奥体中心商圈 朝龙汇B1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00000"/>
            <a:ext cx="82296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美团餐饮SaaS运营策划团队 |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品牌理解：港式烧烤的机遇与挑战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杭州少见的港式碳烤 x 新店冷启动阶段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0000"/>
            <a:ext cx="39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1A1A"/>
                </a:solidFill>
                <a:latin typeface="Microsoft YaHei"/>
                <a:ea typeface="Microsoft YaHei"/>
                <a:cs typeface="Microsoft YaHei"/>
              </a:rPr>
              <a:t>[!] 核心挑战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1. 负一楼缺夜宵自然客流，22点后到店率仅地面店40%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2. 港式烧烤概念萧山认知弱，消费者默认联想东北串/韩式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3. 新店零评价零口碑，大众点评搜索排名靠后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4. 三品类并行(烧烤+粥+虾)SKU多，出餐效率考验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5. 木屋/很久以前等连锁已占夜宵心智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0" y="650000"/>
            <a:ext cx="40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9D58"/>
                </a:solidFill>
                <a:latin typeface="Microsoft YaHei"/>
                <a:ea typeface="Microsoft YaHei"/>
                <a:cs typeface="Microsoft YaHei"/>
              </a:rPr>
              <a:t>[火] 赛道机遇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1. 品类错位：萧山无港式烧烤品牌，独占心智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2. 烧烤行业年增10%，夜宵刚需，杭州夜宵文化活跃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3. 多品类覆盖晚餐+夜宵+宵夜三时段，拉长营业时间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4. 奥体商圈白领密集，对新品牌接受度高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5. 会员旗舰版+扫码+KDS已签，开业即全链路运营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6. 小龙虾6-8月旺季正好匹配开业窗口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商圈洞察：奥体3公里竞争格局+周姐案例拆解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港式定位天然错位，但夜宵时段争夺激烈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00000"/>
          <a:ext cx="82296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800000"/>
                <a:gridCol w="2000000"/>
                <a:gridCol w="2100000"/>
                <a:gridCol w="2129600"/>
              </a:tblGrid>
              <a:tr h="41666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人均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强项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弱点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阿坤切入点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木屋烧烤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品牌强/标准化出品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同质化严重/无新鲜感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港式烧腊差异打法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很久以前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氛围好/羊肉品质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客单高/23点关门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砂锅粥抢宵夜时段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丰茂烤串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供应链稳/会员完善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北方口味/缺新鲜感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蜜汁口味直接错位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周姐焦烤鸡架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单品极致/复购超高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品类单一/无聚餐场景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学复购+做高客单</a:t>
                      </a:r>
                    </a:p>
                  </a:txBody>
                  <a:tcPr/>
                </a:tc>
              </a:tr>
              <a:tr h="41667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个体烧烤档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价格低/烟火气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环境差/无品牌信任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环境+品质+港式面子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00000"/>
            <a:ext cx="82296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[pin] 周姐焦烤鸡架运营案例拆解(阿坤可复制的3个打法)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单品极致 -&gt; 阿坤对标：打造招牌蜜汁叉烧烤串为记忆锚点，所有宣传围绕这一道菜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(2) 社群高频触达 -&gt; 建4个社群(白领/夜宵/家庭/VIP)，每日18:00推当日鲜货+限量秒杀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(3) 低价引流+高频复购 -&gt; 1元小龙虾锅底引流，到店后推储值锁定3-5次消费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[!] 核心判断：竞争烈度中高，但港式定位天然错位——真正直接竞品为0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关键战场是夜宵时段(21:00-01:00)和线上流量(大众点评+抖音)的争夺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收银系统赋能：三品类高效出餐+数据驱动经营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已签约：收银POS + 扫码点餐 + KDS，开业即用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0000"/>
            <a:ext cx="400000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7200" y="700000"/>
            <a:ext cx="376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[phone] 扫码点餐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解决：夜宵高峰人手不足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顾客扫码自助下单，省2名服务员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弹窗推荐酒水/加料(提客单8-15%)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加购推荐：点了烤串配砂锅粥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[wrench] 收银后台&gt;扫码点餐&gt;推荐设置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[person] 店长开业前3天配置完成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657200" y="620000"/>
            <a:ext cx="400000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7200" y="700000"/>
            <a:ext cx="376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[printer] KDS厨显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解决：三品类出餐混乱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烧烤档/粥档/小龙虾档各一屏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自动分单到对应档口，出餐零遗漏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催菜提醒：超时15分钟自动亮红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[wrench] KDS设置&gt;档口绑定&gt;超时预警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[person] 店长按档口分配设备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70000"/>
            <a:ext cx="400000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200" y="2950000"/>
            <a:ext cx="376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[chart] 经营数据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解决：新店经营心里没底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手机实时看营收/桌均/时段分布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菜品销量排行&gt;淘汰末位/主推爆品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每日自动推送经营日报到老板手机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[wrench] 美团收银APP&gt;经营分析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[person] 老板每天看1分钟报表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7200" y="2870000"/>
            <a:ext cx="400000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7200" y="2950000"/>
            <a:ext cx="376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[money] 收银效率</a:t>
            </a:r>
          </a:p>
          <a:p>
            <a:pPr algn="l">
              <a:spcAft>
                <a:spcPts val="60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解决：高峰结账排队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扫码即结(微信/支付宝/会员余额)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合桌/拆桌/加菜一键操作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- 交接班自动对账，10秒完成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[wrench] 收银台&gt;快捷结账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[person] 收银员常规操作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四阶段作战图：蓄水&gt;爆破&gt;拉升&gt;稳增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90天从0到月流水25万的路径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0000"/>
            <a:ext cx="2050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200" y="660000"/>
            <a:ext cx="193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[megaphone] 蓄水期
开业前14天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200" y="1170000"/>
            <a:ext cx="193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目标：4个社群
2000+精准客户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0" y="1670000"/>
            <a:ext cx="193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写字楼发试吃(叉烧3元/份)
(2) 扫码进群领5折券
(3) 点评上线+小红书3篇
(4) 员工全流程演练
(5) 抖音开业倒计时3条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7200" y="620000"/>
            <a:ext cx="2050000" cy="50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7200" y="660000"/>
            <a:ext cx="193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[fire] 爆破期
第1-14天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7200" y="1170000"/>
            <a:ext cx="193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目标：日均60桌
点评攒30条评价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7200" y="1670000"/>
            <a:ext cx="193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5折&gt;7折&gt;88折阶梯
(2) 小龙虾1元锅底引爆
(3) 霸王餐20份攒好评
(4) 抖音达人3人到店
(5) 社群每日推限量鲜货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7200" y="620000"/>
            <a:ext cx="2050000" cy="500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7200" y="660000"/>
            <a:ext cx="193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[up] 拉升期
第15-45天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7200" y="1170000"/>
            <a:ext cx="193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目标：会员300人
月流水破20万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7200" y="1670000"/>
            <a:ext cx="193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储值主推288档(约4次)
(2) 周四港式深夜食堂
(3) 团购双人149/4人269
(4) 扫码推荐酒水提客单
(5) 新店榜冲刺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7200" y="620000"/>
            <a:ext cx="2050000" cy="500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7200" y="660000"/>
            <a:ext cx="193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[trophy] 稳增期
第46-90天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7200" y="1170000"/>
            <a:ext cx="193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目标：评分4.5+
月流水稳25万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7200" y="1670000"/>
            <a:ext cx="193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会员日+积分兑换激活
(2) 应季上新(秋季烤全羊)
(3) 热门榜/好评榜进攻
(4) 带新返券裂变
(5) 企业团建套餐拓客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开业爆破：14天打透萧山唯一港式烧烤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4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[megaphone] 开业前14天蓄水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[D-14] 店长：大众点评商家入驻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点评商家APP&gt;门店管理&gt;上传门头/菜品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[D-12~D-8] 老板：小红书发3篇装修日记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话术：萧山奥体终于有港式碳烤了！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[D-7~D-1] 全员：写字楼午间发试吃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叉烧试吃x200份/天(3元/份=600元/天)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试吃盒内附卡片：扫码加群领开业5折券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万能码&gt;扫码加群&gt;自动发券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[!]假设：写字楼午间人流500+/天，转化率30%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[D-3] 店长：员工演练收银+KDS+话术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每天16:00模拟点单1小时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收银后台&gt;培训模式&gt;模拟订单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[蓄水目标] 4个微信群x500人=2000精准客户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客人不扫码? -&gt; 递实体5折卡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7200" y="620000"/>
            <a:ext cx="4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[fire] 开业第1-14天引爆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[D1-D3] 全场5折(限80桌/天避免崩盘)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扫码点餐弹窗：入会再减5元+送酒水券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扫码后台&gt;新客弹窗&gt;入会礼设置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小龙虾1元锅底限30份(引流爆品)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员工话术：龙虾锅底今天1块钱，加不加？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[D4-D7] 降为7折+攒评价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霸王餐20份(点评-营销中心-霸王餐)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服务员话术：帮写个15字评价就送甜品~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客人不愿? -&gt; 扫码1分钟就行，写什么都行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点评后台&gt;营销中心&gt;霸王餐&gt;设20份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[D8-D14] 88折+裂变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带朋友来各减20(会员后台&gt;邀请有礼)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抖音达人3人到店(萧山本地美食号)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脚本：杭州唯一港式烧烤，叉烧烤着吃！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[14天目标]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[v] 点评30条  [v] 入会200人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[v] 翻台1.5  [v] 社群活跃&gt;50%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公私域联动闭环：获客&gt;转化&gt;锁客&gt;裂变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公域让人知道你，私域让人离不开你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4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[globe] 公域获客(让新客找到你)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【大众点评】权重最高，核心阵地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开业30天内攒50条真实评价&gt;冲4.5分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上线团购：双人港式烧烤149元/4人269元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霸王餐&gt;好评&gt;搜索排名&gt;新店榜&gt;热门榜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目标：45天进萧山烧烤热门榜TOP10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点评商家后台&gt;团购&gt;创建套餐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[person] 店长每日监控评价，差评2h内回复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【抖音/小红书】内容种草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小红书：每周2篇(港式烤串+砂锅粥摆拍)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关键词：#萧山烧烤 #杭州夜宵 #港式碳烤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抖音：开业期3位本地达人探店(置换0成本)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脚本：叉烧居然能烤着吃！杭州唯一港式烧烤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月投入：小红书0元(自拍)+抖音500元DOU+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[person] 老板/店长负责(每周二四拍摄)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【美团外卖】梅雨季保底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- 6月中旬梅雨堂食降30%&gt;外卖补位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上线外卖套餐(烤串+粥)，满减引流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目标：外卖月销200单+评分4.7+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7200" y="620000"/>
            <a:ext cx="4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[lock] 私域锁客(让老客回来)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【会员体系】旗舰版全功能开启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扫码点餐自动入会(零门槛)，14天目标200人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会员价：烤串9折/酒水85折/粥类8折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生日礼：消费送港式甜品拼盘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会员后台&gt;等级设置&gt;权益配置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[person] 店长配置，收银员引导入会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【储值方案】低门槛锁3-5次消费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[!]假设人均75-90元(烧烤+酒水)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体验档：充150送20(约2次，试水)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[star]主推档：充288送48(约4次，核心)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尊享档：充500送100(约6次，重度)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话术：今天消费86元，充288够来4次还送48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犹豫? -&gt; 先充150试试，够来2次送20块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[wrench] 会员后台&gt;储值设置&gt;三档配置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[person] 收银员每桌必问，开口率目标80%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【社群运营】4群分层精准触达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白领群：每日18:00推当晚鲜货+限量秒杀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夜宵群：每日21:00推深夜特惠(啤酒买2送1)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家庭群：周末推家庭套餐+亲子活动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- VIP群：储值客户专属，新品试吃+优先预约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【闭环逻辑】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公域(点评/抖音/小红书)引新客到店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&gt; 到店扫码入会(私域沉淀)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&gt; 储值锁定3-5次消费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&gt; 会员复购+社群唤醒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&gt; 带新返券裂变(回到公域)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点评口碑：新店冷启动 &gt; 4.5分 &gt; 热门榜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合规运营，靠体验驱动分享，严禁促评/刷评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82296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[pin] 当前：0评价/未出星 &gt; 目标：45天出星4.5+ &gt; 90天冲热门榜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【第一阶段：D1-D30 攒50条真实评价，出星4.5+】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(1) 免费试上线20份(点评-营销中心-免费试)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[wrench] 点评商家后台&gt;营销中心&gt;免费试&gt;设20份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[person] 店长审核报名者(优选LV4+有头像有评价)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(2) 打造3个值得拍的瞬间(体验驱动分享,非促评):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a. 招牌叉烧烤串点火上桌(火焰视觉冲击&gt;顾客自发拍)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b. 港式霓虹灯牌打卡墙(成本200元&gt;顾客自拍发小红书)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c. 砂锅粥揭盖仪式(服务员侧身揭盖+讲解食材)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[person] 服务员执行上菜仪式SOP(培训1小时即可)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(3) 差评应对：2小时内回复+私信解决+改进后回访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 话术：抱歉给您不好体验，已让厨师长改进。下次来找我专门安排~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【第二阶段：D30-D60 冲新店榜+评分稳4.5+】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(1) 持续免费试(每月10份)，保证新评价持续流入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(2) 团购套餐引流(双人149)&gt;消费后自然评价率15-20%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(3) 目标：月新增20条+，累计70条+，进入新店榜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【第三阶段：D60-D90 新店榜&gt;热门榜升级】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(1) 累计100条评价+4.5分&gt;自动进入热门榜候选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(2) 好评菜标签强化招牌(蜜汁叉烧/砂锅粥)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(3) 每月上新1道限定菜品制造话题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[!] 合规红线：严禁好评返现/写评价送菜/盯着客人写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 正确做法：靠产品+体验+仪式感让客人想拍想写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会员储值体系：低门槛锁客，4次消费养成习惯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[!]假设人均75-90元(烧烤+酒水)，主推档=客单x3-4次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00000"/>
            <a:ext cx="2500000" cy="1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200" y="780000"/>
            <a:ext cx="23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体验档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充150送20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到账170元 / 约2次消费 / 折扣8.8折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试水客户，降低首充门槛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7200" y="700000"/>
            <a:ext cx="2500000" cy="1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200" y="780000"/>
            <a:ext cx="23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[star] 主推档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充288送48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到账336元 / 约4次消费 / 折扣8.6折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核心推荐，4次养成习惯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7200" y="700000"/>
            <a:ext cx="2500000" cy="1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57200" y="780000"/>
            <a:ext cx="23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尊享档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充500送100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到账600元 / 约7次消费 / 折扣8.3折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重度用户，锁定季度消费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0000"/>
            <a:ext cx="82296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[bulb] 门店执行要点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(1) 收银员每桌必问储值，开口率目标80%(不问=不存在)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话术：今天消费86元，充288够来4次还送48，要不要办一个？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客人犹豫&gt;降档：那先充150试试？送20块，够来2次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客人拒绝&gt;不强推：好的没关系，下次来随时都能充~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(2) 储值入口：收银台立牌+扫码点餐结算页+社群每周推一次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[wrench] 会员后台&gt;储值设置&gt;三档配置&gt;开启扫码页展示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(3) 月度目标：首月30笔x288元=储值入账8,640元(锁定4个月消费)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(4) 余额提醒：低于50元时系统自动推送续充消息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 [wrench] 会员后台&gt;智能营销&gt;余额提醒&gt;设50元阈值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[!] 储值不是目的，留客才是——充得起走得开最健康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营销节奏：开业3个月逐周行动清单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精确到每周，老板店长照着做就行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620000"/>
          <a:ext cx="780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000000"/>
                <a:gridCol w="3300000"/>
                <a:gridCol w="1900000"/>
                <a:gridCol w="600000"/>
              </a:tblGrid>
              <a:tr h="44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核心动作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开业引爆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全场5折+1元龙虾锅底+社群裂变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日均60桌/入会100人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全员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攒口碑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霸王餐20份+抖音达人3人+88折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点评20条/视频3条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店长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储值启动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推储值288档+团购上线双人149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储值15笔/团购30单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收银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7月W4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会员锁客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会员日8折+积分双倍+社群秒杀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会员300人/复购25%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店长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龙虾季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小龙虾买2斤送1斤+啤酒节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客单95元/翻台2.0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老板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七夕夜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七夕双人餐199元+赠玫瑰花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当天翻台3.0/客单120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全员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8月W3-4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冲榜期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评价维护+团购持续+会员唤醒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点评70条/4.5分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店长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9月W1-2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秋季上新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烤全羊预热+储值续充活动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月流水稳25万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老板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9月W3-4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稳态运营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热门榜冲刺+企业团建拓客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TOP10/团建5单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OKR量化目标 + 投资回报分析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每一分钱都算得过来账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0000"/>
            <a:ext cx="4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[target] 90天OKR目标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O1：月流水达到25万元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KR1：日均翻台&gt;=1.8次(20桌x1.8=36桌/天)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KR2：客单价稳定在80-100元(含酒水)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KR3：午市15%+晚市50%+夜宵35%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O2：大众点评评分4.5+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KR1：累计真实评价&gt;=80条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KR2：差评率&lt;5%，差评48h内处理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KR3：进入萧山区烧烤热门榜TOP10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O3：会员体系300人+储值入账3万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KR1：入会率60%(到店60%扫码入会)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KR2：储值转化率15%(会员中15%充值)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KR3：会员复购率&gt;=35%(月均来2次以上)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7200" y="650000"/>
            <a:ext cx="4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[money] 投资回报测算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【已签约SaaS投入】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收银POS+扫码+KDS+会员旗舰版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[!]假设年费约8,000-12,000元(含硬件折旧)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【开业营销投入(首月)】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试吃推广：600元/天x7天 = 4,200元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霸王餐/免费试：20份x50元 = 1,000元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抖音DOU+：500元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物料(立牌/桌贴/霓虹灯牌)：1,500元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开业折扣让利：约8,000元(14天日均让利570)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首月营销合计：约15,200元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【月增收益(稳态后)】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(1) 储值锁客：+8,640/月(30笔x288)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(2) 会员复购提升：+4,500/月(35%复购率)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(3) 团购引流：+3,500/月(日均2单x50利润)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(4) 扫码推荐提客单：+2,000/月(客单+10%)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月增收合计：约+18,640元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【回本周期】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总首期投入约25,000元(SaaS年费+首月营销)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月增收18,640 &gt; 约1.3个月回本！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第2个月起持续盈利增量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0000"/>
            <a:ext cx="8229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[!] 每月多赚18,640元 | 1.3个月回本 | 第二年SaaS日均仅30元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0"/>
            <a:ext cx="82296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阿坤港式烧烤 x 美团收银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萧山唯一港式烧烤 - 从0到月流水25万的作战伙伴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7200" y="2600000"/>
            <a:ext cx="1500000" cy="120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7200" y="2700000"/>
            <a:ext cx="1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品类错位
占据心智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7200" y="2600000"/>
            <a:ext cx="1500000" cy="120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7200" y="2700000"/>
            <a:ext cx="1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数字化运营
全链路赋能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7200" y="2600000"/>
            <a:ext cx="1500000" cy="120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200" y="2700000"/>
            <a:ext cx="1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会员锁客
复购翻倍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17200" y="2600000"/>
            <a:ext cx="1500000" cy="120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7200" y="2700000"/>
            <a:ext cx="1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线上爆破
冷启动提速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7200" y="2600000"/>
            <a:ext cx="1500000" cy="1200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7200" y="2700000"/>
            <a:ext cx="134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算得过来账
1.3月回本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0000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助力每一家餐饮门店数字化成长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