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test_check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2800" b="0">
                <a:solidFill>
                  <a:srgbClr val="BBDEFB"/>
                </a:solidFill>
                <a:latin typeface="微软雅黑"/>
              </a:rPr>
              <a:t>数字化经营解决方案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微软雅黑"/>
              </a:rPr>
              <a:t>美团餐饮SaaS运营策划团队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📊 门店现状诊断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基于行业数据合理推算 · 建议核实确认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💰 经营数据（⚠️假设）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月流水：约¥60,000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客单价：约¥45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日均人次：约44人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翻台率：约1.5次/桌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⚠️ 核心痛点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①新客获取成本高，依赖自然流量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②会员体系空白，回头客无沉淀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③公域平台（点评/外卖）运营缺失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④无数据支撑，凭感觉定价和促销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🔥 品类机遇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①数字化渗透率低=先行者红利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②会员+储值锁客效果立竿见影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③公域流量（点评/小红书）可低成本导入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④SaaS工具降低运营门槛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</a:rPr>
              <a:t>📐 数据交叉验证：月流水¥60,000 ÷ 客单¥45 = 日均44人次 × 30天 = 月1,333人次
⚠️ 以上为行业中位数假设，建议国庆确认实际经营数据后校准方案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🏪 周边竞品分析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⚠️ 测试数据 · 实际方案需调研周边3-5公里真实竞品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9456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竞品名称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09728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人均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371600"/>
            <a:ext cx="109728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347472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核心弱点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3017520" cy="4572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我的切入机会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19456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竞品A（假设）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109728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¥42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920240"/>
            <a:ext cx="109728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4.2分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920240"/>
            <a:ext cx="347472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菜品更新慢，老客依赖度高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301752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抢其年轻客群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19456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竞品B（假设）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560320"/>
            <a:ext cx="10972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¥55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560320"/>
            <a:ext cx="109728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4.5分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560320"/>
            <a:ext cx="3474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价格偏高，性价比不突出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560320"/>
            <a:ext cx="30175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中间价位带切入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219456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竞品C（假设）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200400"/>
            <a:ext cx="109728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¥38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200400"/>
            <a:ext cx="109728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>
                <a:solidFill>
                  <a:srgbClr val="1A1A1A"/>
                </a:solidFill>
                <a:latin typeface="微软雅黑"/>
              </a:rPr>
              <a:t>3.8分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200400"/>
            <a:ext cx="347472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环境差评多，服务响应慢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200400"/>
            <a:ext cx="3017520" cy="5486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l"/>
            <a:r>
              <a:rPr sz="1000" b="0">
                <a:solidFill>
                  <a:srgbClr val="1A1A1A"/>
                </a:solidFill>
                <a:latin typeface="微软雅黑"/>
              </a:rPr>
              <a:t>体验感差异化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💡 竞争策略总结：
• 定价卡位：人均¥45处于中间带，向上对标品质感，向下兼顾性价比
• 差异化突破口：环境体验 + 会员锁客 + 公域口碑（点评评分&gt;4.5为目标）
• 防守策略：储值锁住老客，避免被竞品低价分流
⚠️ 实际方案中将基于大众点评/美团数据填入真实竞品信息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🎯 核心策略：三步走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「引流→留客→复购」完整闭环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6576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3600" b="0">
                <a:solidFill>
                  <a:srgbClr val="1A1A1A"/>
                </a:solidFill>
                <a:latin typeface="微软雅黑"/>
              </a:rPr>
              <a:t>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/>
              </a:rPr>
              <a:t>第一步：公域引流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566160" cy="2743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大众点评：优化评分+上团购套餐
适配平台：小红书/抖音探店内容
美团外卖：优化评分和排名
目标：月新客+80人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80160"/>
            <a:ext cx="36576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3600" b="0">
                <a:solidFill>
                  <a:srgbClr val="1A1A1A"/>
                </a:solidFill>
                <a:latin typeface="微软雅黑"/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/>
              </a:rPr>
              <a:t>第二步：私域锁客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3566160" cy="2743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扫码即会员：首单自动入会
储值方案：低门槛高粘性
会员专属价：让老客有身份感
目标：月入会200人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36576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3600" b="0">
                <a:solidFill>
                  <a:srgbClr val="1A1A1A"/>
                </a:solidFill>
                <a:latin typeface="微软雅黑"/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/>
              </a:rPr>
              <a:t>第三步：智能复购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468880"/>
            <a:ext cx="3566160" cy="2743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沉睡唤醒：15天未到店自动触达
生日营销：自动发生日券
积分体系：消费即积分可兑换
目标：复购率提升至45%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微软雅黑"/>
              </a:rPr>
              <a:t>📈 闭环逻辑：公域曝光→到店体验→扫码入会→储值锁客→系统自动唤醒→二次到店→口碑传播→更多新客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👥 会员体系设计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推荐：旗舰版会员（¥4,888/年）· 扫码即会员 + 团购会员卡 + 潜客营销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🥇 等级体系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银卡：累计消费满¥200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  → 全单9.5折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金卡：累计消费满¥800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  → 全单9折+生日礼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钻石卡：累计满¥2,000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  → 全单8.8折+专属菜品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💳 储值会员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充¥200送¥20（体验档）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充¥500送¥60（⭐主推档）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充¥1000送¥150（尊享档）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主推¥500档=约11次消费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心理负担小，锁客效果强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🎯 旗舰版独有能力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团购会员卡：点评买券=入会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潜客营销：精准向附近人群发券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裂变拉新：老带新双方有礼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任务中心：签到/集章/打卡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会员价商品：仅会员可见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数据看板：会员消费画像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微软雅黑"/>
              </a:rPr>
              <a:t>💡 为什么推旗舰版？普通版仅有基础储值，旗舰版「团购会员卡」能将点评公域流量直接沉淀为私域会员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🔄 公私域联动闭环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公域获客 → 私域沉淀 → 系统复购 · 一个完整的增长飞轮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/>
              </a:rPr>
              <a:t>📢 公域获客（新客来源）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669280" cy="25603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① 大众点评：上架¥99双人套餐 + 冲热门榜前10 + 评分目标4.5+
② 小红书/抖音：每月3篇探店笔记，突出「人均¥45高性价比」+环境出片
③ 美团外卖：优化菜品图片+好评返券，外卖评分目标4.8+
④ 团购会员卡：顾客在点评买团购券=自动成为你的会员（旗舰版独有）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500" b="1">
                <a:solidFill>
                  <a:srgbClr val="0F9D58"/>
                </a:solidFill>
                <a:latin typeface="微软雅黑"/>
              </a:rPr>
              <a:t>🏠 私域留客（复购引擎）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25603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① 扫码点餐=自动入会（零门槛，无感注册）
② 首单完成后弹窗推荐储值¥500送¥60
③ 15天未到店 → 系统自动发¥5无门槛券
④ 生日前3天自动推送生日专属礼遇
⑤ 每月1日会员日：双倍积分+限定菜品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🔄 闭环路径：
点评看到→下单团购券→到店核销→扫码点餐（自动入会）→用餐体验好→结账推储值→下次直接刷储值→15天没来系统自动召回
📊 预期效果：月新客+80人 → 入会转化60%=48人/月新会员 → 储值转化20%=约10人/月 → 月储值入账¥5,000+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📅 首月营销节奏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四阶段递进：蓄水 → 体验 → 爆发 → 稳增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2834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🌱 第1周
蓄水期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系统上线+员工培训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点评门店装修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团购套餐上架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会员价菜品设置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目标：系统跑通0故障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39" y="1280160"/>
            <a:ext cx="2834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🎯 第2周
体验期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扫码点餐全面启用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新客首单减¥5弹窗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储值话术培训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点评邀3位KOL探店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目标：日入会15人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280160"/>
            <a:ext cx="2834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FF6D00"/>
                </a:solidFill>
                <a:latin typeface="微软雅黑"/>
              </a:rPr>
              <a:t>🔥 第3周
爆发期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会员日活动首发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储值充¥500送¥60主推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小红书/抖音内容上线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裂变拉新：老带新各得¥10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目标：周储值20笔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280160"/>
            <a:ext cx="28346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FF6D00"/>
                </a:solidFill>
                <a:latin typeface="微软雅黑"/>
              </a:rPr>
              <a:t>📈 第4周
稳增期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沉睡唤醒自动化启动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复盘前3周数据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优化套餐组合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建立月度营销SOP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目标：复购率&gt;40%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</a:rPr>
              <a:t>⏰ 后续节奏：每月1次会员日 + 每季度1次大促 + 节假日专题活动（参照全年营销日历）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🎯 OKR量化目标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90天冲刺 · 可衡量可复盘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FF6D00"/>
                </a:solidFill>
                <a:latin typeface="微软雅黑"/>
              </a:rPr>
              <a:t>O1：月营收提升30%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KR1：月流水从¥60K→¥78K（+¥18K）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KR2：客单价从¥45→¥50（+11%）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KR3：日均人次从44→52（+18%）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FF6D00"/>
                </a:solidFill>
                <a:latin typeface="微软雅黑"/>
              </a:rPr>
              <a:t>O2：会员体系建立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KR1：首月新增会员200人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KR2：储值入账月均¥8,000+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KR3：会员消费占比达40%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7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0F9D58"/>
                </a:solidFill>
                <a:latin typeface="微软雅黑"/>
              </a:rPr>
              <a:t>O3：公域口碑突破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KR1：大众点评评分达4.5+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KR2：月新增评价20条+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KR3：热门榜/好评榜上榜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840479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0F9D58"/>
                </a:solidFill>
                <a:latin typeface="微软雅黑"/>
              </a:rPr>
              <a:t>O4：复购率提升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KR1：30天复购率从25%→45%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KR2：沉睡会员唤醒率&gt;15%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KR3：储值客户月均到店3次+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💰 投资回报分析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算清账 · 让每一分投入都看得见回报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/>
              </a:rPr>
              <a:t>📋 年度投入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旗舰版会员：¥4,888/年
扫码点餐：¥1,888/年
收银系统（含硬件）：¥3,000
首月营销预算：¥2,000
━━━━━━━━━━━━━━
首年总投入：约¥11,776
（第二年起仅软件续费¥6,776/年）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400" b="1">
                <a:solidFill>
                  <a:srgbClr val="0F9D58"/>
                </a:solidFill>
                <a:latin typeface="微软雅黑"/>
              </a:rPr>
              <a:t>📈 月增收测算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① 会员复购提升：+¥6,000/月
   （200会员×30%提频×¥100增量）
② 储值释放消费：+¥5,000/月
   （月储值¥8K×当月释放60%）
③ 公域新客增量：+¥3,600/月
   （月新客+80人×¥45客单）
④ 客单价提升：+¥3,400/月
   （日均44人×¥2.6增量×30天）
━━━━━━━━━━━━━━
月增收合计：+¥18,000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303520"/>
            <a:ext cx="6400800" cy="9144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💡 回本周期：¥11,776 ÷ ¥18,000/月 ≈ 0.65个月（约20天即可回本！）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⭐ 大众点评提升路径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评分=线上门面 · 从0到4.5的系统化打法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阶段1：出星期
（第1-4周）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目标：30天内积累50条真实评价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上架2-3款引流团购套餐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菜品图片专业拍摄优化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门店信息完善（营业时间/标签）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⚠️ 严禁促评！自然积累为主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28016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阶段2：冲分期
（第5-8周）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目标：评分突破4.3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优化差评关键词对应环节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结账后自动弹好评引导页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上新店榜（新店90天内）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邀请2-3位本地KOL到店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阶段3：冲榜期
（第9-12周）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目标：上热门榜前10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持续优质内容产出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团购核销率保持&gt;80%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会员好评引导（非强制）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评分稳定在4.5+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1">
                <a:solidFill>
                  <a:srgbClr val="DB4437"/>
                </a:solidFill>
                <a:latin typeface="微软雅黑"/>
              </a:rPr>
              <a:t>🔴 红线：2025年10月后平台升级，高强度促评=新评价不产生星级收益。所有建议严格合规！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tIns="20320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✅ 执行保障 &amp; 服务承诺</a:t>
            </a:r>
          </a:p>
          <a:p>
            <a:r>
              <a:rPr sz="1400">
                <a:solidFill>
                  <a:srgbClr val="BBDEFB"/>
                </a:solidFill>
                <a:latin typeface="微软雅黑"/>
              </a:rPr>
              <a:t>不只是方案，更是持续陪跑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🛠️ 系统部署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D0：设备安装+系统配置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D1：员工操作培训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D3：全流程压测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D7：首周数据复盘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📊 数据跟踪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每周：会员新增/储值/复购报表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每月：经营数据分析报告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每季：方案效果复盘+优化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实时：异常数据预警通知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8016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/>
            <a:r>
              <a:rPr sz="1400" b="1">
                <a:solidFill>
                  <a:srgbClr val="1A73E8"/>
                </a:solidFill>
                <a:latin typeface="微软雅黑"/>
              </a:rPr>
              <a:t>🤝 服务承诺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7×12小时技术支持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季度上门回访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活动物料设计支持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33333"/>
                </a:solidFill>
                <a:latin typeface="微软雅黑"/>
              </a:rPr>
              <a:t>同品类标杆案例分享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📌 30天关键节点：
• D7复盘：系统使用率&gt;90%、扫码点餐占比&gt;60%
• D14复盘：会员累计入会&gt;100人、储值&gt;5笔
• D30复盘：月增收达成率评估、下月策略优化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test_check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2000" b="0">
                <a:solidFill>
                  <a:srgbClr val="BBDEFB"/>
                </a:solidFill>
                <a:latin typeface="微软雅黑"/>
              </a:rPr>
              <a:t>数字化经营 · 让好生意更简单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201168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微软雅黑"/>
              </a:rPr>
              <a:t>📊 数据驱动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114800"/>
            <a:ext cx="201168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微软雅黑"/>
              </a:rPr>
              <a:t>👥 会员锁客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4114800"/>
            <a:ext cx="201168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微软雅黑"/>
              </a:rPr>
              <a:t>🌊 公域引流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59" y="4114800"/>
            <a:ext cx="201168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微软雅黑"/>
              </a:rPr>
              <a:t>🔄 智能复购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4114800"/>
            <a:ext cx="2011680" cy="54864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微软雅黑"/>
              </a:rPr>
              <a:t>💰 快速回本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 lIns="101600" rIns="101600">
            <a:spAutoFit/>
          </a:bodyPr>
          <a:lstStyle/>
          <a:p>
            <a:pPr algn="ctr"/>
            <a:r>
              <a:rPr sz="1200" b="0">
                <a:solidFill>
                  <a:srgbClr val="90CAF9"/>
                </a:solidFill>
                <a:latin typeface="微软雅黑"/>
              </a:rPr>
              <a:t>美团餐饮SaaS运营策划团队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