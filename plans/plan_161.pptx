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8344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王灿灿东北老式麻辣烫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950000"/>
            <a:ext cx="8344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0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新店开业 · 数字化经营解决方案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0" y="2550000"/>
            <a:ext cx="1944000" cy="2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275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0">
                <a:solidFill>
                  <a:srgbClr val="BBBBBB"/>
                </a:solidFill>
                <a:latin typeface="Microsoft YaHei"/>
                <a:ea typeface="Microsoft YaHei"/>
                <a:cs typeface="Microsoft YaHei"/>
              </a:rPr>
              <a:t>美团收银 | 冷启动获客 × 私域锁复购 × 点评口碑攻坚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000" y="3400000"/>
            <a:ext cx="2400000" cy="7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000" y="3480000"/>
            <a:ext cx="24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🍜 品类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000" y="3750000"/>
            <a:ext cx="2400000" cy="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东北老式麻辣烫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2000" y="3400000"/>
            <a:ext cx="2400000" cy="7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2000" y="3480000"/>
            <a:ext cx="24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💰 人均客单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2000" y="3750000"/>
            <a:ext cx="2400000" cy="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¥20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2000" y="3400000"/>
            <a:ext cx="2400000" cy="7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2000" y="3480000"/>
            <a:ext cx="24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📐 门店面积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2000" y="3750000"/>
            <a:ext cx="2400000" cy="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150㎡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4500000"/>
            <a:ext cx="8344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2026年7月  |  美团餐饮SaaS运营策划团队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门店诊断：新店冷启动的关键挑战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20000"/>
            <a:ext cx="8644000" cy="50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40000"/>
            <a:ext cx="8400000" cy="4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数据基石（来自系统OCR+平台数据）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品类：东北老式麻辣烫 | 人均¥20 | 150㎡ | 新店未开业 | 点评3.5分（近乎无评价） | 已签：收银POS+扫码点餐+会员旗舰版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30天曝光53人→访问2人→成交0人→转化率0%（同商圈均值9.33%）| 商户通/推广通均未开通 | 日均流水＜¥1,000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230000"/>
            <a:ext cx="4200000" cy="3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00" y="1270000"/>
            <a:ext cx="4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⚠️ 五大核心痛点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1570000"/>
            <a:ext cx="4000000" cy="3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线上存在感归零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30天曝光仅53人，访问2人，成交0人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曝光→访问转化3.77%（同行4.25%↓）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访问→消费0%（同行9.33%，差距9.33个百分点）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新开发区养店期长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利一路×帆影路交叉口，次级商圈自然客流稀薄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⚠️ 前6个月亏损期资金链风险高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品类红海＋同质化快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全国麻辣烫12万+家，"东北老式"概念跟风者众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杨国福/张亮密度高，窗口期仅6-12个月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0评价=0信任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新店无评价无收藏，搜到也不敢进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所有线上营销工具（商户通/推广通）均未开通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周边竞品已有成交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1.6-2.5km内5家同品类已成交门店分流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同一KP下3个关联门店，1个已签约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1230000"/>
            <a:ext cx="4200000" cy="3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0000" y="1270000"/>
            <a:ext cx="4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🔥 五大破局机遇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0000" y="1570000"/>
            <a:ext cx="4000000" cy="3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"东北老式"差异化窗口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骨汤现熬+手工丸子，反预制概念正当红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连锁品牌中无强势"老式"占位者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¥20人均精准命中甜蜜区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快餐小吃60%门店人均＜30元（万亿赛道+7.5%增速）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比杨国福(25-30)便宜，比夫妻店(12-18)干净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150㎡可做"堂食+外卖"双引擎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杭州外卖渗透率极高，麻辣烫外卖天然适配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堂食养口碑+外卖扩半径，双引擎对冲养店期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已签3大SaaS工具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收银POS+扫码点餐+会员旗舰版(含团购会员卡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+潜客营销+6大特有活动)，数字化起点领先90%同行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抖音+夏季双重红利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7月暑期旺季+夜宵高峰，麻辣烫正当季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"东北麻辣烫"抖音话题持续走高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🗺️ 商圈竞争格局：周边实力拆解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20000"/>
            <a:ext cx="8644000" cy="38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40000"/>
            <a:ext cx="84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💡 核心判断：竞争烈度中高，但"东北老式"概念无强势占位者。¥20人均卡在杨国福(¥25-30)和夫妻店(¥12-18)中间的"品质+性价比"甜蜜区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直接竞品：董不懂麻辣烫（BD标注）| 间接竞品：杨国福/张亮/觅姐 | 周边已成交：滇员外/食全食美/外婆面馆/乌味丰/欢喜面馆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120000"/>
            <a:ext cx="2050000" cy="1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000" y="1150000"/>
            <a:ext cx="1930000" cy="14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🏪 杨国福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人均：¥25-30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✅ 品牌强/供应链成熟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⛔ 称重贵·"称重刺客"
口味标准化无特色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主打"明码标价套餐"
+"骨汤现熬"反工业感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0000" y="1120000"/>
            <a:ext cx="2050000" cy="1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0000" y="1150000"/>
            <a:ext cx="1930000" cy="14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🏪 张亮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人均：¥20-25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✅ 性价比标杆
加盟密度高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⛔ 门店老化
差异感弱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150㎡新店环境碾压
"东北怀旧"场景差异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0000" y="1120000"/>
            <a:ext cx="2050000" cy="1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000" y="1150000"/>
            <a:ext cx="1930000" cy="14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🏪 觅姐麻辣拌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人均：¥18-22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✅ 女性客群
小红书种草强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⛔ 品类窄(干拌)
复购天花板低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带汤&gt;干拌SKU更丰富
消费场景更广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0000" y="1120000"/>
            <a:ext cx="2050000" cy="1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0000" y="1150000"/>
            <a:ext cx="1930000" cy="14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🏪 董不懂⭐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人均：¥18-22 ⚠️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✅ 同品类直接竞品
区域知名度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⛔ 品牌力有限
无"老式"概念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抢先占评价高地
"老式"差异记忆点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000" y="2800000"/>
            <a:ext cx="8644000" cy="170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000" y="2820000"/>
            <a:ext cx="84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📍 周边已成交门店（系统识别，1.6-2.5km范围）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000" y="3070000"/>
            <a:ext cx="8400000" cy="1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滇员外(1.6km·云南小吃) | 食全食美(1.7km·快餐) | 外婆面馆(1.7km·面馆) | 乌味丰(2.3km·小吃) | 欢喜面馆(2.5km·面馆)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⚡ 应对策略：① 用"一人食套餐¥18/20/22"与面馆形成差异化 ② 外卖半径3km覆盖所有竞品 ③ "东北老式"概念在本区域尚无竞品使用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⚡ 核心卖点：骨汤4小时现熬（非浓缩膏）+ 手工丸子 + 明码标价套餐（解决称重焦虑）→ 与以上所有竞品形成记忆区隔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冷启动三板斧：30天从0到日均¥2,000+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8644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60000"/>
            <a:ext cx="8400000" cy="2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🔥 第一斧：抖音"熬汤过程"短视频矩阵引流（开业前15天→开业后持续）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What：拍摄大骨棒现熬汤底、手工炸丸子等"反预制"过程，投本地DOU+（半径3km），配合"开业前3天免锅底费"引流到店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①谁来做：老板本人出镜（不找探店达人，真实感更强，成本为零）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②时间线：开业前D-15起每天1条短视频，D-7开始投DOU+（每条¥200-500，总预算¥3,000-5,000）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③拍什么：大骨棒下锅→翻滚4小时浓白汤底→手工捏丸子→每份现煮出锅。文案统一口号"我家汤底不用浓缩膏"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④引导到店：视频置顶评论放门店地址+电话，评论区回"开业前3天免锅底费，带朋友来"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⑤翻车预案：前3条如播放量＜500→换"对比实验"选题（浓缩膏 vs 大骨棒熬4小时，冲突感拉播放量）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目标：开业首周日客流破150人，抖音粉丝破500，首月通过抖音到店≥300人次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💰 预算：DOU+约¥3,000-5,000/月（精准投放半径3km，25-45岁，美食兴趣标签）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2870000"/>
            <a:ext cx="8644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00" y="2890000"/>
            <a:ext cx="8400000" cy="2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💰 第二斧："一人食套餐"锁¥20心智，解决称重焦虑（开业当天上线）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What：3款固定套餐¥18/20/22元，套餐命名用东北话（"造它！"系列），散称保留但主推套餐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①谁来做：老板定菜单→店长执行出餐标准化→服务员主推话术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②三档设计：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¥18"造它！素菜套餐"（6素+粉/面任选） | ¥20"造它！肉蛋套餐"⭐主推（3荤3素+粉+蛋） | ¥22"造它！招牌套餐"（5荤2素+粉+丸子）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③在哪操作：🔧 美团收银后台→菜品管理→新增套餐→设为扫码点餐首屏推荐位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④话术原句："姐/哥，套餐比散称划算！招牌套餐22块钱5个荤菜，单称至少25+"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⑤客人坚持散称→不强推，散称区每样贴标价签，让套餐性价比自己说话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目标：套餐占比≥60%，客单价稳定¥20±2元，日均出餐100份+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定价逻辑：¥20主推档=客单价×1次消费，门槛极低；三档锚定效应让¥20成"最优选"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第三斧 + 外卖双引擎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8644000" cy="2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60000"/>
            <a:ext cx="8400000" cy="1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🔒 第三斧：加微信送酸梅汤，第3次消费触发裂变（开业第1天起）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What：结账时加老板微信送一杯酸梅汤（成本¥0.5），第3次消费推"带新朋友来两人各减¥5"。不做社群，只做朋友圈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①谁来做：收银员结账时引导加微信→老板个人号维护朋友圈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②话术原句："加我微信送杯酸梅汤解辣，以后有新菜/活动第一时间朋友圈通知您~"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③朋友圈运营：老板每天发1条出餐实拍（上午10:30发，饭前刷到=种草），不打广告不发鸡汤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④裂变机制：🔧 会员旗舰版→营销中心→老带新活动→设"消费满3次解锁带新券"→每人限用1次→自动发券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⑤客人不加微信→"没关系，这杯酸梅汤还是送您，欢迎下次来~"（不强求，好感先行）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目标：首月私域沉淀300人，次月复购率≥35%，裂变带新≥50人/月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💰 成本：酸梅汤约¥0.5/杯×300人=¥150/月 + 带新减¥5×50对=¥500/月 → 总计¥650/月，获客成本¥2.2/人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2780000"/>
            <a:ext cx="8644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00" y="2800000"/>
            <a:ext cx="8400000" cy="21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9800"/>
                </a:solidFill>
                <a:latin typeface="Microsoft YaHei"/>
                <a:ea typeface="Microsoft YaHei"/>
                <a:cs typeface="Microsoft YaHei"/>
              </a:rPr>
              <a:t>🛵 外卖双引擎：对冲养店期，3km半径扩客（开业第2周上线）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What：美团外卖+饿了么双平台上线，主推套餐（与堂食同款"造它！"系列），外卖专属加¥1得酸梅汤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①谁来做：老板负责菜单+定价，店长负责出餐打包，建议配1名专职打包员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②时间线：堂食稳定后第2周上线外卖（先把堂食出餐SOP跑顺），首月满减力度大一些引流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③定价策略：外卖套餐比堂食贵¥2-3（覆盖包材+平台扣点），单品不提价。首月"新店特惠满25减5"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④包装细节：打包盒贴"王灿灿"品牌贴纸+微信号（成本¥0.05/张），每单附一张"好评返¥2券"卡片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⑤差评应对：差评2小时内回复+私信道歉+补偿券，差评率控制在＜2%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目标：首月外卖日均30单→第3月日均60单，外卖月流水目标¥36,000（60单×¥20×30天）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关键指标：外卖评分≥4.7 | 配送准时率≥95% | 差评率＜2% | 曝光进店率≥5%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大众点评口碑攻坚：30天攒够30条真实好评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20000"/>
            <a:ext cx="8644000" cy="4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8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40000"/>
            <a:ext cx="84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🚨 现状诊断：评分3.5分，近乎无评价，线上信任为零。新顾客搜到→看0评价→立刻划走。这是转化率0%的根本原因。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2025年10月后规则：高强度促评=新评价不产生星级收益。所有建议严格合规，靠体验驱动分享动机！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000" y="1100000"/>
            <a:ext cx="8644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📈 点评提升路径：新店→新店榜→热门榜→好评榜（阶梯式进化）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000" y="1400000"/>
            <a:ext cx="42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000" y="1420000"/>
            <a:ext cx="3960000" cy="16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🥇 Phase 1: 止血+种子评价（开业前7天~开业2周）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目标：积累前30条真实好评，评分冲到4.0+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①开业前3天"试吃官"（免锅底费引流）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谁来做：服务员引导 | 话术："今天免锅底费，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吃完如果觉得好，帮我们写几句真实感受就行，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好坏都行~" | 不配合→不强求，不给物质刺激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②利用"免费试"合规工具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🔧 大众点评商家后台→营销中心→免费试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每日放5个名额，吸引点评用户到店试吃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免费试用户自发写评价概率＞60%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③"出餐仪式感"驱动自发分享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每碗麻辣烫上桌时铺东北花格子桌布+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木托盘呈上，视觉差异化→顾客自发拍照发圈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1400000"/>
            <a:ext cx="42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0000" y="1420000"/>
            <a:ext cx="3960000" cy="16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🥈 Phase 2: 冲新店榜+提评分（第3-8周）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目标：评分4.2+，新店榜上榜，评价数50+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①持续运营"免费菜"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🔧 商家后台→营销中心→免费菜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设1道成本≤¥3的小菜为"免费菜"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到店消费用户可免费领取→体验好→写评价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②差评2小时闪电回复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店长每天10点/14点/20点查点评后台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差评→2h内回复+私信致歉+到店补偿券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话术："真的很抱歉让您体验不好，我们已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针对您提的XX问题改进，下次来请一定告诉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我，一定让您满意"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③打造"分享动机"而非"促评"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每桌放手写小卡片："熬了4小时的汤底，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你的好评是对我最大的鼓励~"（情感驱动）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000" y="3220000"/>
            <a:ext cx="8644000" cy="40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000" y="3240000"/>
            <a:ext cx="84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点评KPI：30天30条评价→60天50条→评分4.2+→冲新店榜前10→第4月冲热门榜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🔧 每日必做：店长早10:00查一次点评后台+回复所有新评价+每周统计"评价关键词"优化出品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公私域联动闭环：从"路人"到"常客"的完整链路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20000"/>
            <a:ext cx="8644000" cy="60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40000"/>
            <a:ext cx="84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完整链路：抖音/点评曝光→团购套餐到店→扫码点餐入会→首次消费体验→加微信送酸梅汤→朋友圈种草→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第3次消费触发裂变券→老客带新→新客再入会……循环放大，公域拉新+私域锁客=持续增长引擎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340000"/>
            <a:ext cx="42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00" y="1360000"/>
            <a:ext cx="3960000" cy="17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📢 公域引流（拉新客到店）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抖音（核心引流渠道）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每天1条"熬汤过程"短视频+本地DOU+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开业首月预算¥3,000-5,000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目标：月到店300人次（核查方式：到店说"抖音来的"）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大众点评（信任建设）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免费试/免费菜合规攒评价→冲新店榜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上线"造它！套餐"团购（¥19.9/人）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🔧 商家后台→团购→新建套餐→标价¥19.9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美团外卖（扩大覆盖半径）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3km半径覆盖所有周边竞品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首月新店特惠满25减5+加1元得饮品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1340000"/>
            <a:ext cx="42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0000" y="1360000"/>
            <a:ext cx="3960000" cy="17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🔒 私域留客（锁复购+裂变）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扫码点餐自动入会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🔧 扫码点餐→首次扫码自动注册会员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注册即享"首单减¥2"（成本可控引导首笔交易）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目标：首月入会500人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会员旗舰版6大活动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团购会员卡：¥9.9买"5元无门槛券×3张"→锁3次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🔧 会员旗舰版→营销中心→团购会员卡→设价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潜客营销：7天未到店→自动push"想你了"优惠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微信私域+裂变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加微信送酸梅汤→朋友圈每天1条出餐实拍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第3次消费→触发"老带新各减¥5"裂变券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000" y="3260000"/>
            <a:ext cx="8644000" cy="55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000" y="3280000"/>
            <a:ext cx="8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🔗 联动逻辑（不是三个渠道各自为政，而是一个增长飞轮）：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公域（抖音+点评+外卖）带来新客 → 扫码点餐自动入会（转化为私域） → 微信沉淀+团购会员卡锁3次消费 →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第3次触发裂变券→老客带新客→新客再入会→飞轮加速。每个环节数据可追踪：🔧 会员旗舰版→数据看板→新增/复购/裂变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会员体系：用旗舰版6大武器锁客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27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000" y="680000"/>
            <a:ext cx="2540000" cy="2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🏷️ 会员价权益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扫码点餐→自动成为会员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会员专属权益：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套餐立减¥1（¥18→17/¥20→19/¥22→21）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每月8号"会员日"全场8.8折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生日当月赠"免费加丸子1份"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积分：每消费¥1积1分，100分抵¥5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设置路径：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会员旗舰版→会员设置→权益配置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→新增"会员价"标签绑定套餐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目标：首月入会500人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成本：¥1让利×500人=¥500/月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0000" y="640000"/>
            <a:ext cx="27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80000" y="680000"/>
            <a:ext cx="2540000" cy="2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🎫 团购会员卡（旗舰独有）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¥9.9购买"5元无门槛券×3张"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锁定至少3次到店消费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为什么¥9.9：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顾客视角：花¥9.9得¥15券=赚¥5.1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门店视角：锁3次消费×¥20=¥60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实际让利¥15-¥9.9=¥5.1（8.5%折扣率）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对比行业：麻辣烫复购周期5-7天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3张券≈锁定2-3周消费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设置路径：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会员旗舰版→营销中心→团购会员卡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→设价¥9.9→关联5元券×3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目标：首月售出200张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锁定消费600次=¥12,000流水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0000" y="640000"/>
            <a:ext cx="27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0000" y="680000"/>
            <a:ext cx="2540000" cy="2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📲 潜客营销+老带新（旗舰独有）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自动唤醒沉睡客户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潜客营销规则：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7天未到店→自动push"好久不见"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+赠¥3优惠券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14天未到店→push"想你了"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+赠¥5优惠券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30天未到店→最后挽回push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+赠免费小菜券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老带新裂变：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第3次消费后自动触发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"带朋友来，两人各减¥5"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会员旗舰版→营销中心→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潜客营销→设规则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目标：月唤醒30人+裂变50人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000" y="3060000"/>
            <a:ext cx="8644000" cy="400000"/>
          </a:xfrm>
          <a:prstGeom prst="roundRect">
            <a:avLst/>
          </a:prstGeom>
          <a:solidFill>
            <a:srgbClr val="FEF3CD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000" y="3080000"/>
            <a:ext cx="84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💡 关于储值：当前阶段暂不上储值。原因：①新店未开业，顾客对品牌零信任，充值意愿极低 ②先跑通"套餐+团购会员卡"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验证复购数据，等月复购率稳定≥30%+会员数破500后（约第3月），再上储值"充¥80送¥12"（4次消费用完，低门槛）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开业30天营销节奏：四阶段精准打法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20000"/>
            <a:ext cx="20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000" y="620000"/>
            <a:ext cx="2050000" cy="5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0000" y="650000"/>
            <a:ext cx="197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D-15~D-1
蓄水期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1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抖音每天1条短视频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132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（熬汤/捏丸子/装修进度）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15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D-7起投DOU+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17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每条¥200-500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194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大众点评开通门店页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210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上传门店照片/菜单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227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设置"免费试"5个名额/天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00" y="249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收银系统调试+菜单录入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" y="26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扫码点餐+套餐配置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282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员工话术演练3次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30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🎯 曝光目标：抖音播放1万+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00" y="32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蓄客微信群100人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0000" y="620000"/>
            <a:ext cx="20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0000" y="620000"/>
            <a:ext cx="2050000" cy="50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0000" y="650000"/>
            <a:ext cx="197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🎉 D1~D7
体验期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000" y="11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D1-D3免锅底费（引爆客流）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000" y="132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服务员引导加微信送酸梅汤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000" y="149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扫码点餐→自动入会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000" y="17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D4起恢复正常价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000" y="188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主推"造它！套餐"¥20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0000" y="204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每桌放手写感谢卡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000" y="227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点评"免费试"持续放号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0000" y="243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差评实时回复（2h内）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000" y="26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外卖平台资料准备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000" y="288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🎯 日均客流150人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000" y="30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入会200人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000" y="32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点评10条好评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0000" y="620000"/>
            <a:ext cx="20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50000" y="620000"/>
            <a:ext cx="2050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000" y="650000"/>
            <a:ext cx="197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D8~D21
爆发期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0000" y="11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D8外卖双平台上线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0000" y="132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新店特惠满25减5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0000" y="15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团购会员卡上线¥9.9/3券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0000" y="17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服务员结账时推荐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000" y="188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"9.9买3张5元券，今天就省5块"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000" y="210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抖音继续日更+投流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000" y="227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每周复盘播放量数据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000" y="249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潜客营销规则配置生效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000" y="26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7天未到店自动推送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000" y="288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🎯 日均流水¥2,000+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000" y="30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团购卡售出100张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000" y="32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外卖日均30单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00000" y="620000"/>
            <a:ext cx="20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00000" y="620000"/>
            <a:ext cx="2050000" cy="50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0000" y="650000"/>
            <a:ext cx="197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D22~D30
稳增期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0000" y="116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复盘首月数据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50000" y="132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调整套餐结构（看销量排行）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0000" y="155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点评评价目标30条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50000" y="171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评分冲4.0+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0000" y="194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裂变活动开启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0000" y="210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"消费满3次→老带新各减¥5"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50000" y="233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外卖评分维护≥4.7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50000" y="249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差评率控制＜2%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50000" y="272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暑期特别活动预热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0000" y="288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"消暑凉拌套餐"上线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50000" y="311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🎯 月流水¥60,000+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50000" y="3275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会员500人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50000" y="3440000"/>
            <a:ext cx="195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复购率≥25%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🌡️ 暑期应季营销：7-8月三大活动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8644000" cy="1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" y="660000"/>
            <a:ext cx="840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🔥 活动1：「深夜食堂·夜宵季」延时营业（7月中旬启动）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What：7-8月延长营业至23:00，推出"夜宵套餐"（麻辣烫+啤酒/饮品），22:00后下单享8.8折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①谁来做：老板排晚班（自己+1名员工），控制人力成本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②夜宵菜单：精简至15个SKU（高毛利：丸子/蛋/豆皮/宽粉为主），出餐快、损耗低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③定价：夜宵套餐¥25（麻辣烫+冰酸梅汤/啤酒一瓶），比白天多¥3-5但含饮品更有价值感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④推广：抖音发"深夜的一碗热乎麻辣烫"短视频（22:00发），投DOU+¥100/条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⑤在哪设置：🔧 收银后台→营业时间→调整为23:00 + 扫码点餐→22:00自动切换夜宵菜单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目标：夜宵时段日均+20单×¥25=¥500/天=¥15,000/月增量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💰 成本：延时水电+人工约¥150/晚，日净增¥350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2100000"/>
            <a:ext cx="420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00" y="2120000"/>
            <a:ext cx="3960000" cy="1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☀️ 活动2：「消暑凉拌套餐」上新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（7月大暑前后启动）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What：推出凉拌麻辣烫套餐（冷吃）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¥18特价，赠冰粉一碗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①研发凉拌版麻辣烫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（过冰水+麻辣酱料拌匀，东北特色）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②冰粉成本¥0.5/碗，批量制作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③门口放"进店纳凉"标牌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④扫码弹窗推"消暑特惠"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目标：日均+15份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月增量¥8,100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2100000"/>
            <a:ext cx="420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0000" y="2120000"/>
            <a:ext cx="3960000" cy="1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🎓 活动3：「暑假嗨吃卡」学生专属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（7月初~8月底）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What：凭学生证办¥29暑假卡，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享7-8月每次消费9折+赠饮1杯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①收银员验证学生证→扫码办卡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②🔧 会员旗舰版→会员设置→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新建"暑期卡"权益包（9折+赠饮）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How ③话术："同学，办张暑假卡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29块钱整个暑假9折，每次还送饮品"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📈 目标：售出80张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锁定暑期消费320次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（人均来4次×¥20=¥6,400）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000" y="3620000"/>
            <a:ext cx="8644000" cy="35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000" y="3640000"/>
            <a:ext cx="8400000" cy="31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暑期是麻辣烫旺季（夜宵+外卖高峰）：三项活动预计月增量 = ¥15,000(夜宵) + ¥8,100(凉拌) + ¥6,400(学生卡) ≈ ¥29,500/月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所有活动7月内上线，最大化暑期红利窗口。8月立秋后切换为"贴秋膘"主题营销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OKR量化目标：3个月从0到月流水¥9万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27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000" y="640000"/>
            <a:ext cx="2700000" cy="4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000" y="680000"/>
            <a:ext cx="258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第1月：冷启动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" y="1070000"/>
            <a:ext cx="2540000" cy="19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💰 月流水目标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¥60,000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（堂食¥40K+外卖¥18K+团购¥2K）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📈 核心KPI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日均客流：100人（堂食70+外卖30）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客单价：¥20±2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会员数：500人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点评评分：4.0+（30条评价）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团购卡售出：200张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微信私域：300人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外卖评分：≥4.7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0000" y="640000"/>
            <a:ext cx="27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0000" y="640000"/>
            <a:ext cx="2700000" cy="40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0000" y="680000"/>
            <a:ext cx="258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第2月：增长期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0000" y="1070000"/>
            <a:ext cx="2540000" cy="19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💰 月流水目标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¥75,000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（堂食¥45K+外卖¥27K+团购¥3K）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📈 核心KPI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日均客流：130人（堂食80+外卖50）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客单价：¥20-22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累计会员：800人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点评评分：4.2+（50条评价）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冲新店榜前10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复购率：≥30%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外卖日均：50单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50000" y="640000"/>
            <a:ext cx="27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50000" y="640000"/>
            <a:ext cx="2700000" cy="4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0000" y="680000"/>
            <a:ext cx="258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第3月：稳健期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0000" y="1070000"/>
            <a:ext cx="2540000" cy="19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💰 月流水目标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¥90,000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（堂食¥50K+外卖¥36K+团购¥4K）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📈 核心KPI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日均客流：160人（堂食100+外卖60）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客单价：¥20-22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累计会员：1,200人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点评评分：4.5+（80条评价）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上热门榜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复购率：≥35%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启动储值（充¥80送¥12）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000" y="3190000"/>
            <a:ext cx="8644000" cy="5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000" y="3210000"/>
            <a:ext cx="8400000" cy="4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📊 季度总目标：3个月累计流水 ¥225,000 | 会员1,200人 | 点评4.5分 | 外卖月销1,800单 | 私域沉淀800人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假设：以上基于新开发区商圈逐步成熟、150㎡满座约50桌（3人/桌）、麻辣烫品类翻台约4-5次/天测算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E8453C"/>
                </a:solidFill>
                <a:latin typeface="Microsoft YaHei"/>
                <a:ea typeface="Microsoft YaHei"/>
                <a:cs typeface="Microsoft YaHei"/>
              </a:rPr>
              <a:t>关键风险：前6个月养店期资金链，建议BD沟通时重点关注老板现金储备和线上运营意愿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6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投资回报分析：数字化投入 vs 增收回报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40000"/>
            <a:ext cx="42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000" y="640000"/>
            <a:ext cx="4200000" cy="3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000" y="670000"/>
            <a:ext cx="396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已有投入（已签约产品年费）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00" y="1030000"/>
            <a:ext cx="3960000" cy="1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已签约SaaS产品：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收银POS系统 ..................... 已签约 ✅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扫码点餐 .......................... 已签约 ✅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会员旗舰版 ...................... 已签约 ✅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（含团购会员卡+潜客营销+6大活动）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额外营销预算（建议）：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抖音DOU+：¥3,000-5,000/月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免费试/免费菜成本：¥300/月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酸梅汤（加微信赠品）：¥150/月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团购会员卡让利：¥500/月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品牌贴纸/物料：¥200/月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月营销总预算：约¥4,150-6,150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640000"/>
            <a:ext cx="42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50000" y="640000"/>
            <a:ext cx="4200000" cy="35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0000" y="670000"/>
            <a:ext cx="396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月增收测算（第3月稳态）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000" y="1030000"/>
            <a:ext cx="3960000" cy="1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增收来源拆解：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① 堂食提效（扫码点餐省1人力）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   → 月省人工 ¥3,500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② 会员复购拉动增量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1,200会员×35%复购×¥20×2次/月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   → 月增量 ¥16,800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③ 外卖渠道增量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60单/天×¥20×30天=¥36,000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（纯增量，非堂食转化）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   → 外卖月流水 ¥36,000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④ 裂变带新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50人/月×¥20=¥1,000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   → 月增量 ¥1,000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000" y="3180000"/>
            <a:ext cx="8644000" cy="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000" y="3200000"/>
            <a:ext cx="8400000" cy="7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💰 投资回报核算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月增收总计：¥3,500(省人力) + ¥16,800(会员复购) + ¥36,000(外卖) + ¥1,000(裂变) = ¥57,300/月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月营销投入：¥4,150-6,150 → ROI = 9.3~13.8倍 → SaaS年费在首月已通过效率提升和增量收益覆盖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注：外卖¥36,000含平台佣金约18%（¥6,480），实际到手约¥29,520。堂食流水+外卖到手=月流水目标¥90,000基本吻合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000" y="4080000"/>
            <a:ext cx="8644000" cy="35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000" y="4100000"/>
            <a:ext cx="8400000" cy="31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✅ 数字自洽校验：月流水目标¥90K = 堂食¥50K(100人×¥20×25天) + 外卖¥36K(60单×¥20×30天) + 团购¥4K，与OKR一致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✅ 客单¥20 × 日均160人 × 30天 = ¥96K（堂食+外卖合计），略高于¥90K目标，留有容错空间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0000"/>
            <a:ext cx="9144000" cy="55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0"/>
            <a:ext cx="8344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王灿灿东北老式麻辣烫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40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× 美团收银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000" y="2200000"/>
            <a:ext cx="1500000" cy="8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000" y="2240000"/>
            <a:ext cx="15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000" y="2560000"/>
            <a:ext cx="15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抖音引爆
冷启动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2000" y="2200000"/>
            <a:ext cx="1500000" cy="8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2000" y="2240000"/>
            <a:ext cx="15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2000" y="2560000"/>
            <a:ext cx="15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套餐锁定
¥20心智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22000" y="2200000"/>
            <a:ext cx="1500000" cy="8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000" y="2240000"/>
            <a:ext cx="15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000" y="2560000"/>
            <a:ext cx="15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点评口碑
攻坚战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2000" y="2200000"/>
            <a:ext cx="1500000" cy="8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000" y="2240000"/>
            <a:ext cx="15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000" y="2560000"/>
            <a:ext cx="15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私域裂变
锁复购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000" y="2200000"/>
            <a:ext cx="1500000" cy="800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000" y="2240000"/>
            <a:ext cx="1500000" cy="2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000" y="2560000"/>
            <a:ext cx="15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外卖双引擎
扩半径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" y="340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>
                <a:solidFill>
                  <a:srgbClr val="FFB300"/>
                </a:solidFill>
                <a:latin typeface="Microsoft YaHei"/>
                <a:ea typeface="Microsoft YaHei"/>
                <a:cs typeface="Microsoft YaHei"/>
              </a:rPr>
              <a:t>"骨汤现熬不用浓缩膏，你的口碑我们一起守"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4300000"/>
            <a:ext cx="8344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