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1976D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00000"/>
            <a:ext cx="9144000" cy="3435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0"/>
            <a:ext cx="8229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卷大哥·汤妹子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2000" y="2600000"/>
            <a:ext cx="2000000" cy="3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美团收银 ｜ 朝天锅全时段爆店攻略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5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2026年6月  ·  美团餐饮SaaS运营策划团队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品牌理解：朝天锅 × 全时段快餐新赛道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「卷饼+汤」品类组合 × 早中晚三时段覆盖 × 杭州上城区社区办公混合地段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000" y="980000"/>
            <a:ext cx="4200000" cy="385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01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838"/>
                </a:solidFill>
                <a:latin typeface="Microsoft YaHei"/>
                <a:ea typeface="Microsoft YaHei"/>
                <a:cs typeface="Microsoft YaHei"/>
              </a:rPr>
              <a:t>⚠️ 开业核心挑战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34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❶ 品类认知度为零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朝天锅在杭州无强势品牌，顾客不知道是什么——开业前必须完成品类教育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" y="183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❷ 地段自然客流有限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景昙路属城站商圈边缘，非核心商场内铺，午间白领+社区居民是主力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000" y="232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❸ 周边快餐密度高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1km内老盛昌¥15、米村¥20、沙县¥12、和府¥32，价格带必须精准卡位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000" y="281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❹ 全时段人效挑战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早中夜宵三时段排班/备料/损耗要同时做好，否则坪效被拖垮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330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❺ 新店零评价零流量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点评/外卖无数据，前30天评分和月售决定后续自然流量排名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980000"/>
            <a:ext cx="4200000" cy="385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0000" y="101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0000" y="134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❶ 品类红利窗口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「卷饼+汤」在杭州无强势连锁品牌，品类定位先发优势明显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0000" y="183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❷ 价格甜蜜击球区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套餐锁定¥14.9-16.9，比和府便宜近半、比沙县有品质感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0000" y="232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❸ 全时段三倍坪效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135㎡覆盖早/中/夜宵，坪效上限远高于纯午市快餐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0000" y="281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❹ 差异化记忆点强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卷饼+骨汤视觉独特、烟火气足，天然适合短视频传播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0000" y="3300000"/>
            <a:ext cx="39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❺ SaaS全套到位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收银+扫码+会员旗舰+外卖中心已签约，开业即数字化运营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商圈分析：景昙路·凤起东路竞争格局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景昙路100号 ｜ 上城区四季青街道 ｜ 社区+办公混合 ｜ 竞争烈度：中等偏高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00" y="960000"/>
            <a:ext cx="8644000" cy="3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0000" y="1010000"/>
            <a:ext cx="1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1010000"/>
            <a:ext cx="7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1010000"/>
            <a:ext cx="2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0000" y="1010000"/>
            <a:ext cx="21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弱点/机会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000" y="1010000"/>
            <a:ext cx="2244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我们怎么切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00" y="1310000"/>
            <a:ext cx="8644000" cy="53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000" y="1330000"/>
            <a:ext cx="14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老盛昌汤包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0000" y="1330000"/>
            <a:ext cx="70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¥15-18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0000" y="133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早餐+午餐强
汤品认知高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0000" y="133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3838"/>
                </a:solidFill>
                <a:latin typeface="Microsoft YaHei"/>
                <a:ea typeface="Microsoft YaHei"/>
                <a:cs typeface="Microsoft YaHei"/>
              </a:rPr>
              <a:t>品牌老化、环境差
年轻客群弱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00" y="1330000"/>
            <a:ext cx="2214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环境升级+朝天锅差异
切其早餐客群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1840000"/>
            <a:ext cx="8644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00" y="1860000"/>
            <a:ext cx="14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和府捞面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0000" y="1860000"/>
            <a:ext cx="70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¥30-35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186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品牌势能强
装修调性好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0000" y="186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3838"/>
                </a:solidFill>
                <a:latin typeface="Microsoft YaHei"/>
                <a:ea typeface="Microsoft YaHei"/>
                <a:cs typeface="Microsoft YaHei"/>
              </a:rPr>
              <a:t>价格偏高
午间白领比价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0000" y="1860000"/>
            <a:ext cx="2214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同为面食¥15打性价比
截流价格敏感客群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0000" y="2370000"/>
            <a:ext cx="8644000" cy="53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00" y="2390000"/>
            <a:ext cx="14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米村/鱼你在一起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0000" y="2390000"/>
            <a:ext cx="70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¥18-22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0000" y="239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效率高出餐快
翻台率强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0000" y="239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3838"/>
                </a:solidFill>
                <a:latin typeface="Microsoft YaHei"/>
                <a:ea typeface="Microsoft YaHei"/>
                <a:cs typeface="Microsoft YaHei"/>
              </a:rPr>
              <a:t>品类同质化
缺乏记忆点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0000" y="2390000"/>
            <a:ext cx="2214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卷+汤视觉差异大
一试就记住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2900000"/>
            <a:ext cx="8644000" cy="53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000" y="2920000"/>
            <a:ext cx="14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沙县/兰拉个体户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0000" y="2920000"/>
            <a:ext cx="70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¥10-15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0000" y="292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价格杀手
底层流量大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0000" y="2920000"/>
            <a:ext cx="207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3838"/>
                </a:solidFill>
                <a:latin typeface="Microsoft YaHei"/>
                <a:ea typeface="Microsoft YaHei"/>
                <a:cs typeface="Microsoft YaHei"/>
              </a:rPr>
              <a:t>环境差品质不稳
无数字化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0000" y="2920000"/>
            <a:ext cx="2214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品质升级快餐
「多花3块吃好的」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0000" y="3530000"/>
            <a:ext cx="8644000" cy="280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000" y="3540000"/>
            <a:ext cx="844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💡 胜负手：15元价格带把「卷+汤」心智快速立住，周边快餐多但此品类空白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客群画像 × 全时段经营策略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135㎡ × 早中晚三时段 = 坪效最大化的关键引擎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960000"/>
            <a:ext cx="2820000" cy="385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000" y="99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🌅 早餐 6:30-9:30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000" y="132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核心客群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00" y="1500000"/>
            <a:ext cx="2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社区居民·上班白领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000" y="178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主打产品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00" y="196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卷饼套餐¥8-12+骨汤¥5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00" y="235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⚠️假设日均30-40人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2650000"/>
            <a:ext cx="242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" y="2680000"/>
            <a:ext cx="2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月流水目标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2860000"/>
            <a:ext cx="232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¥12K-15K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0000" y="960000"/>
            <a:ext cx="2820000" cy="385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0" y="99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☀️ 午餐 11:00-14:00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132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核心客群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1500000"/>
            <a:ext cx="2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写字楼白领·四季青商户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178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主打产品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0" y="196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一卷一汤套餐¥14.9-16.9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0" y="235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⚠️假设日均80-100人(含外卖)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0000" y="2650000"/>
            <a:ext cx="242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0000" y="2680000"/>
            <a:ext cx="2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月流水目标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0000" y="2860000"/>
            <a:ext cx="232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¥40K-50K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0000" y="960000"/>
            <a:ext cx="2820000" cy="3850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0000" y="99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🌙 夜宵 20:00-1:00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0000" y="132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核心客群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0000" y="1500000"/>
            <a:ext cx="2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周边居民·加班白领·外卖客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0000" y="1780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主打产品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0000" y="1960000"/>
            <a:ext cx="2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小龙虾¥59-89+烤串+啤酒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0000" y="2350000"/>
            <a:ext cx="2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⚠️假设日均25-35人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0000" y="2650000"/>
            <a:ext cx="242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0000" y="2680000"/>
            <a:ext cx="2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月流水目标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0000" y="2860000"/>
            <a:ext cx="232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¥18K-25K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0000" y="4870000"/>
            <a:ext cx="8744000" cy="220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000" y="4880000"/>
            <a:ext cx="8544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📊 三时段合计目标月流水：¥70K-90K ｜ ⚠️ 均为新店假设值，开业2周后根据实际数据校准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策略一：开业冷启动「15天爆破计划」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从0到1：品类教育 → 私域蓄水 → 好评积累 → 流量起飞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970000"/>
            <a:ext cx="1200000" cy="12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0000" y="1170000"/>
            <a:ext cx="11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D-7~D-1
蓄水期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990000"/>
            <a:ext cx="7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谁做：店长+1名员工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做什么：周边写字楼/社区地推，扫万能码进群领「1元喝汤券」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🔧操作：美团收银后台→万能码→新建→「开业福利群」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话术："新开了家山东朝天锅，扫码进群1块钱喝碗骨汤"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💰成本：汤成本¥2-3/碗，500人全核销=¥1,500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🎯目标：开业前群内蓄水500+人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000" y="2280000"/>
            <a:ext cx="1200000" cy="12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000" y="2480000"/>
            <a:ext cx="11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D0~D3
体验期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000" y="2300000"/>
            <a:ext cx="7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谁做：全员（老板坐镇+收银+服务员）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做什么：全场套餐9折 + 汤品免费升大碗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🔧操作：扫码点餐→弹窗→「开业特惠9折」；外卖同步上线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好评引导："您是试吃官，吃完帮忙点评写真实感受，好坏都行"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翻车预案：客人嫌麻烦→"扫码写15字送一份凉拌小菜"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💰成本：9折让利¥1.5/单 + 汤升级¥1 = 日均约¥250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000" y="3590000"/>
            <a:ext cx="1200000" cy="1200000"/>
          </a:xfrm>
          <a:prstGeom prst="roundRect">
            <a:avLst/>
          </a:prstGeom>
          <a:solidFill>
            <a:srgbClr val="FDE0DC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00" y="3790000"/>
            <a:ext cx="11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D4~D14
爆发期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000" y="3610000"/>
            <a:ext cx="7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谁做：店长负责线上，收银员执行话术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做什么：外卖「新店优惠」全开 + 堂食推套餐锁客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🔧操作：外卖中心→新店活动→满15减3+首单立减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外卖关键：每天盯评分，差评2h内回复（🔧外卖中心→评价管理）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堂食话术："招牌卷饼配骨汤，套餐比单点省3块"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🎯KPI：D14外卖月售≥500单、堂食日均≥60人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🥟 策略二：「一卷一汤」套餐矩阵 × 定价心理学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主力套餐锁定¥14.9-16.9 ——上城区快餐最甜价格带，比和府便宜近半、比沙县有品质感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000" y="970000"/>
            <a:ext cx="2150000" cy="3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000" y="1000000"/>
            <a:ext cx="2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经典卷汤套餐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2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⭐ 午市引流款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1520000"/>
            <a:ext cx="20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招牌肉卷饼×1
+ 浓骨汤×1
+ 小菜×1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000" y="2200000"/>
            <a:ext cx="1750000" cy="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2220000"/>
            <a:ext cx="16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¥14.9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2700000"/>
            <a:ext cx="2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单点价约¥20
套餐省¥5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00" y="30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出餐目标：3分钟内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0000" y="970000"/>
            <a:ext cx="2150000" cy="37000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000" y="1000000"/>
            <a:ext cx="2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双卷畅享套餐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000" y="12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⭐⭐ 主推爆款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000" y="1520000"/>
            <a:ext cx="20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招牌肉卷饼×1
+ 素卷饼×1
+ 浓骨汤×1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0000" y="2200000"/>
            <a:ext cx="1750000" cy="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0000" y="2220000"/>
            <a:ext cx="16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¥16.9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000" y="2700000"/>
            <a:ext cx="2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单点价约¥24
套餐省¥7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000" y="30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双人拼食首选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3350000"/>
            <a:ext cx="1550000" cy="25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0000" y="3370000"/>
            <a:ext cx="14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主推！连带率目标70%+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0000" y="970000"/>
            <a:ext cx="2150000" cy="3700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00" y="1000000"/>
            <a:ext cx="2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夜宵龙虾套餐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00" y="12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🌙 夜宵引爆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00" y="1520000"/>
            <a:ext cx="20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小龙虾半斤
+ 卷饼×2
+ 啤酒×1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50000" y="2200000"/>
            <a:ext cx="1750000" cy="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0000" y="2220000"/>
            <a:ext cx="16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00" y="2700000"/>
            <a:ext cx="2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单点价约¥75
套餐省¥16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00" y="30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夜宵社交场景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0000" y="970000"/>
            <a:ext cx="2150000" cy="37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50000" y="1000000"/>
            <a:ext cx="20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早餐快手卷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0000" y="12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🌅 早市专享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0000" y="1520000"/>
            <a:ext cx="20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素卷饼×1
+ 豆浆/骨汤×1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00000" y="2200000"/>
            <a:ext cx="1750000" cy="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000" y="2220000"/>
            <a:ext cx="16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¥8.9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0000" y="2700000"/>
            <a:ext cx="2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单点价约¥12
套餐省¥3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0000" y="3050000"/>
            <a:ext cx="20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3分钟带走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0000" y="4730000"/>
            <a:ext cx="8844000" cy="3200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0000" y="4740000"/>
            <a:ext cx="864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📊 定价逻辑：午市¥14.9-16.9覆盖80%客群 ｜ 套餐出餐≤3分钟抢翻台 ｜ 夜宵¥59锚点提升客单价 ｜ 早餐¥8.9抢老盛昌客群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🌐 策略三：公私域联动 — 从流量到留量的闭环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公域拉新客 → 到店体验 → 私域锁复购 → 老带新裂变 ——每一步都有工具和话术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00" y="960000"/>
            <a:ext cx="2180000" cy="395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000" y="980000"/>
            <a:ext cx="21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📢 公域拉新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" y="1260000"/>
            <a:ext cx="2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美团外卖：新店优惠全开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满15减3+首单立减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🔧外卖中心→新店活动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目标：首月月售1000+单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大众点评：冲4.8分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上「免费试」引体验客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🔧商家后台→营销中心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目标：30天50条真实好评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抖音/小红书：品类种草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拍「朝天锅卷饼」制作过程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烟火气+解说+¥15人均标签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每周1条·老板/员工自拍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0000" y="2500000"/>
            <a:ext cx="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0000" y="960000"/>
            <a:ext cx="2180000" cy="3950000"/>
          </a:xfrm>
          <a:prstGeom prst="roundRect">
            <a:avLst/>
          </a:prstGeom>
          <a:solidFill>
            <a:srgbClr val="FDE0D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0000" y="980000"/>
            <a:ext cx="21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🏪 到店转化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0000" y="1260000"/>
            <a:ext cx="2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扫码点餐自动入会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🔧扫码点餐→会员设置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→首次扫码自动注册会员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0人工成本·100%入会率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套餐弹窗推荐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🔧扫码点餐→弹窗管理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→午市自动弹「卷汤套餐」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连带率目标70%+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出餐速度是核心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卷饼+汤3分钟出餐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KDS打单→后厨实时看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翻台率目标：午市≥3次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000" y="2500000"/>
            <a:ext cx="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0000" y="960000"/>
            <a:ext cx="2180000" cy="395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000" y="980000"/>
            <a:ext cx="21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🔒 私域锁客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000" y="1260000"/>
            <a:ext cx="2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会员价体系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卷汤套餐会员价¥13.9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（非会员¥14.9·差¥1即入会）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🔧会员旗舰版→会员价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社群运营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每日群发「今日推荐」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午市前11:00发汤品图+价格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🔧万能码→社群→自动推送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沉睡唤醒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7天未消费→自动发¥3券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🔧会员旗舰版→潜客营销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→沉睡客自动触达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0" y="2500000"/>
            <a:ext cx="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000" y="960000"/>
            <a:ext cx="2180000" cy="395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0000" y="980000"/>
            <a:ext cx="21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🔄 老带新裂变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0000" y="1260000"/>
            <a:ext cx="21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分享有礼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会员分享→好友首单各得¥2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🔧会员旗舰版→裂变活动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好评返券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大众点评写好评→赠小菜券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服务员话术：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"帮忙点评写15字"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"送您一份凉拌小菜"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闭环验证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每周统计：新客来源占比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公域/私域/转介绍各多少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🔧美团收银→经营分析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策略四：大众点评口碑攻坚 — 新店30天冲4.8分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新店阶段：0评价→出星→新店榜→热门榜，每一步都有明确动作和时间节点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00" y="960000"/>
            <a:ext cx="2900000" cy="3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000" y="990000"/>
            <a:ext cx="28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01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第1阶段
D0-D7 出星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126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目标：攒前15条真实好评·出星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55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【做什么】开业首周集中引导到店客写好评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① 服务员上菜话术：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"您是我们的体验官，帮写写感受就行"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② 赠品激励（合规版）：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🔧「免费试」活动让体验客到店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③ 差评2小时内回复（无理由致歉+解决）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🔧商家后台→评价管理→差评预警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【谁做】服务员引导、店长盯后台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 严禁高强度促评（2025.10后新规：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促评不产生星级收益！）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0000" y="960000"/>
            <a:ext cx="2900000" cy="3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000" y="990000"/>
            <a:ext cx="28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000" y="101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第2阶段
D7-D21 冲新店榜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000" y="126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目标：评价数30+·冲新店榜前10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000" y="155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【做什么】上线「免费试/免费菜」引导体验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① 🔧大众点评商家后台→营销中心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→「免费试」设10个名额/周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② 体验客到店后自然分享，不主动催评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③ 同步优化门店页面：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招牌菜照片×5+环境照×3+菜单照×2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🔧商家后台→门店装修→照片管理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④ 标签优化：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「朝天锅」「卷饼」「骨汤」必设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【谁做】店长负责后台+照片拍摄上传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0" y="960000"/>
            <a:ext cx="2900000" cy="39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0000" y="990000"/>
            <a:ext cx="2800000" cy="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0000" y="1010000"/>
            <a:ext cx="27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第3阶段
D21-D60 稳评冲榜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0000" y="126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目标：评分4.8+·月新增好评20+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0000" y="155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【做什么】稳住评分+打造分享动机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① 打造「值得拍」的体验：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朝天锅翻滚骨汤+现卷饼=天然出片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桌上放品牌卡「拍照发小红书@我们"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② 周二固定「上新日」：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每周一款限定口味（季节限定卷饼）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保持门店页新鲜度和回访率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③ 🔧会员旗舰版→评价任务→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好评客打标签→下次消费送小菜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【谁做】店长周计划+全员执行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👑 策略五：会员体系设计 — 旗舰版全能力释放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已签约会员旗舰版(¥4,888/年) → 6大独有能力全部用起来，开业即锁客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00" y="960000"/>
            <a:ext cx="2900000" cy="390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" y="99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🏷️ 会员价权益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" y="13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卷汤套餐会员价¥13.9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（非会员¥14.9，差¥1即入会）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小龙虾套餐会员价¥55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（非会员¥59，省¥4立竿见影）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 美团收银→会员中心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→商品管理→设置会员价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话术："扫码成为会员，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这顿立省1块，以后每次都省"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⚠️ 会员价差不宜太大（1-3元）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目的是降入会门槛不是清库存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0000" y="960000"/>
            <a:ext cx="2900000" cy="3900000"/>
          </a:xfrm>
          <a:prstGeom prst="roundRect">
            <a:avLst/>
          </a:prstGeom>
          <a:solidFill>
            <a:srgbClr val="FDE0D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000" y="99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🎫 旗舰独有能力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000" y="13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团购会员卡：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大众点评上架会员套餐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→公域直接拉会员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🔧商家后台→团购→会员卡套餐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潜客营销：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领券未消费客→自动触达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🔧会员旗舰→潜客营销→规则设置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6大特有活动：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开卡礼/升级礼/生日礼/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唤醒礼/裂变礼/积分兑换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→开业首月至少开3个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🔧会员旗舰→活动中心→逐个配置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960000"/>
            <a:ext cx="2900000" cy="3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0000" y="99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📊 数据驱动运营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0000" y="13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① 会员看板：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实时看入会/消费/沉睡/流失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🔧美团收银→数据中心→会员分析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② 消费画像：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高频客/低频客/沉睡客自动分群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不同群体发不同券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③ 每周复盘（店长做）：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入会数 / 复购率 / 储值金额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🔧每周一早9:00看上周数据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首月目标：新增会员300人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（扫码点餐自动入会·0成本）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开业营销节奏 — 30天四阶段作战地图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每一周都有明确目标、具体动作和验收标准 ——不是"做营销"，是每天做什么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00" y="960000"/>
            <a:ext cx="2180000" cy="39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0000" y="990000"/>
            <a:ext cx="212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1000000"/>
            <a:ext cx="20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📣 第1周
蓄水期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" y="1280000"/>
            <a:ext cx="2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D-7→D0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" y="1550000"/>
            <a:ext cx="2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社区/写字楼地推500码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万能码活动「1元喝汤」上线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抖音/小红书发3条预热视频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外卖平台门店装修完成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员工话术演练3次以上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微信群蓄水目标：500人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预算：地推物料¥300+汤品¥1500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000" y="4500000"/>
            <a:ext cx="1980000" cy="32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000" y="4510000"/>
            <a:ext cx="194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验收标准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0" y="4600000"/>
            <a:ext cx="1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群人数≥500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0000" y="960000"/>
            <a:ext cx="2180000" cy="3900000"/>
          </a:xfrm>
          <a:prstGeom prst="roundRect">
            <a:avLst/>
          </a:prstGeom>
          <a:solidFill>
            <a:srgbClr val="FDE0D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10000" y="990000"/>
            <a:ext cx="212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0000" y="1000000"/>
            <a:ext cx="20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🔥 第2周
爆发期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0000" y="1280000"/>
            <a:ext cx="2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D1→D7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1550000"/>
            <a:ext cx="2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开业9折活动执行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汤品免费升大碗（外卖也送）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每天盯点评/外卖评价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差评2小时内回复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发3条开业现场短视频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外卖新店优惠全开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预算：9折让利¥1750+升碗¥700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0000" y="4500000"/>
            <a:ext cx="1980000" cy="32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0000" y="4510000"/>
            <a:ext cx="194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验收标准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0000" y="4600000"/>
            <a:ext cx="1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好评≥15条
外卖日均≥30单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0000" y="960000"/>
            <a:ext cx="2180000" cy="3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90000" y="990000"/>
            <a:ext cx="212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0000" y="1000000"/>
            <a:ext cx="20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📈 第3周
稳增期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0000" y="1280000"/>
            <a:ext cx="2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D8→D14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0000" y="1550000"/>
            <a:ext cx="2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上线「免费试」引点评体验客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会员价体系正式开放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社群每日推「今日汤品」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上新第1款限定卷饼口味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外卖满减调整为满20减2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首批会员复购券自动发出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预算：免费试成本¥500+会员券¥300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0000" y="4500000"/>
            <a:ext cx="1980000" cy="32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0000" y="4510000"/>
            <a:ext cx="194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验收标准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0000" y="4600000"/>
            <a:ext cx="1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会员数≥150
外卖月售≥500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0000" y="960000"/>
            <a:ext cx="2180000" cy="39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70000" y="990000"/>
            <a:ext cx="2120000" cy="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0000" y="1000000"/>
            <a:ext cx="20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🔒 第4周
锁客期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0000" y="1280000"/>
            <a:ext cx="2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D15→D30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0000" y="1550000"/>
            <a:ext cx="2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裂变活动：分享得¥2券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沉睡客唤醒（7天未消费）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评估是否开储值（看复购率）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第2周完整经营数据复盘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调整套餐结构（淘汰低销量）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✅ 制定下月营销计划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预算：裂变券¥400+唤醒券¥200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000" y="4500000"/>
            <a:ext cx="1980000" cy="32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0000" y="4510000"/>
            <a:ext cx="1940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验收标准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0000" y="4600000"/>
            <a:ext cx="1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会员数≥300
月流水≥¥70K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🎉 六月开业黄金节点 — 借势端午/618/夜宵季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6月杭州入梅，外卖订单猛增+夜宵旺季 ——三个节点全部抓住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000" y="960000"/>
            <a:ext cx="2900000" cy="3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000" y="990000"/>
            <a:ext cx="28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020000"/>
            <a:ext cx="27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🐲 端午节
6月上旬小长假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147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【做什么】推出「端午卷粽套餐」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卷饼×2 + 骨汤 + 迷你粽×2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定价¥19.9（节日限定3天）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🔧扫码点餐→端午限定标签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🔧外卖→端午专题上线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赠迷你粽成本约¥3/份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【谁做】店长提前3天备料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门口挂艾草+菖蒲(¥10)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【目标】端午3天营收≥¥8,000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960000"/>
            <a:ext cx="2900000" cy="3900000"/>
          </a:xfrm>
          <a:prstGeom prst="roundRect">
            <a:avLst/>
          </a:prstGeom>
          <a:solidFill>
            <a:srgbClr val="FDE0D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000" y="990000"/>
            <a:ext cx="28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000" y="1020000"/>
            <a:ext cx="27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💰 618储值档
6月16-20日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000" y="147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【做什么】限时5天储值活动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蹭618消费心智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充100送15 / 充200送35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⭐主推充100档(¥6.7次消费用完)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🔧会员旗舰→储值卡→活动设置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🔧扫码弹窗→618储值特惠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收银员话术：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"618不止网购打折，吃饭充值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也送15块，够再来一次"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⚠️ 是否开储值取决于前2周复购数据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复购率≥30%再开，否则先不上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960000"/>
            <a:ext cx="2900000" cy="39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0000" y="990000"/>
            <a:ext cx="2800000" cy="4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0000" y="1020000"/>
            <a:ext cx="27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🦐 夜宵旺季
6月全月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0000" y="1470000"/>
            <a:ext cx="27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【做什么】夜宵品类全面发力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小龙虾+啤酒+烤串组合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外卖上线「夜宵专享套餐」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【怎么做】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🔧外卖中心→时段套餐→20:00后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龙虾套餐¥59（限外卖¥55）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抖音发「深夜龙虾卷饼」视频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每周2条·展示烟火气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【谁做】夜班厨师+外卖打包员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每晚20:00群发"夜宵上线"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【目标】夜宵月流水≥¥18,000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000"/>
            <a:ext cx="8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投资回报分析 × 量化OKR目标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算清账：花多少、赚多少、多久回本 ——每一分钱都有出处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000" y="960000"/>
            <a:ext cx="4200000" cy="230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0000" y="99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📋 已签约SaaS投入（年费）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收银POS系统................已含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扫码点餐......................已含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会员旗舰版....................¥4,888/年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外卖中心......................已含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硬件（一次性）................⚠️ 假设约¥2,000-3,000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开业营销预算（首月）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地推物料+1元汤券............¥1,800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开业9折+升碗让利............¥2,450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免费试/会员券................¥800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裂变/唤醒券..................¥600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短视频拍摄（自拍）............¥0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000" y="2880000"/>
            <a:ext cx="4000000" cy="35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38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首月总营销投入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3050000"/>
            <a:ext cx="3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约 ¥5,650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0000" y="960000"/>
            <a:ext cx="4400000" cy="23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0000" y="99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📈 首月增收来源（月度预估）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① 外卖渠道增量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  +¥25,000-35,000（月售1000+单×¥25客单）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② 会员复购提升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  +¥6,000-8,000（300会员×30%复购×¥70月消费）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③ 夜宵时段增量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  +¥18,000-25,000（日均30人×¥20-25客单×30天）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④ 套餐连带提升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    +¥3,000-5,000（连带率70%×套餐溢价¥3-5）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2880000"/>
            <a:ext cx="4200000" cy="350000"/>
          </a:xfrm>
          <a:prstGeom prst="roundRect">
            <a:avLst/>
          </a:prstGeom>
          <a:solidFill>
            <a:srgbClr val="0D904F"/>
          </a:solidFill>
          <a:ln w="12700">
            <a:solidFill>
              <a:srgbClr val="0D9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0000" y="2900000"/>
            <a:ext cx="40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目标月流水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0000" y="3050000"/>
            <a:ext cx="40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¥70,000 - ¥90,000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000" y="3400000"/>
            <a:ext cx="8694000" cy="165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000" y="3430000"/>
            <a:ext cx="849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量化OKR目标（首季度）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000" y="3730000"/>
            <a:ext cx="4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月度营收：首月≥¥70K → 第2月≥¥80K → 第3月≥¥90K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000" y="4010000"/>
            <a:ext cx="4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大众点评评分：首月出星 → 60天4.5分 → 90天冲4.8分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000" y="4290000"/>
            <a:ext cx="4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会员数：首月≥300人 → 60天≥600人 → 90天≥1,000人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3730000"/>
            <a:ext cx="4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外卖月售：首月≥1,000单 → 60天≥1,500单 → 90天≥2,000单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0" y="4010000"/>
            <a:ext cx="4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  复购率：首月≥20% → 60天≥30% → 90天≥35%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00" y="4750000"/>
            <a:ext cx="8494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02A3E"/>
                </a:solidFill>
                <a:latin typeface="Microsoft YaHei"/>
                <a:ea typeface="Microsoft YaHei"/>
                <a:cs typeface="Microsoft YaHei"/>
              </a:rPr>
              <a:t>💡 营销投入¥5,650 ÷ 月增收¥52K-73K = 首月即回本 ｜ 第2月起纯增量！⚠️ 以上为新店假设值，开业2周后校准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47A1"/>
            </a:gs>
            <a:gs pos="100000">
              <a:srgbClr val="1976D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00000"/>
            <a:ext cx="9144000" cy="3435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82296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卷大哥·汤妹子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×  美团收银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000" y="2200000"/>
            <a:ext cx="1600000" cy="90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22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品类差异化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卷+汤组合占位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0000" y="2200000"/>
            <a:ext cx="1600000" cy="90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0000" y="22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数据驱动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2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全链路数字化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0000" y="2200000"/>
            <a:ext cx="1600000" cy="90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0000" y="22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会员锁客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000" y="2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旗舰版全能力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0000" y="2200000"/>
            <a:ext cx="1600000" cy="90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000" y="22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公私域联动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000" y="2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从流量到留量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0000" y="2200000"/>
            <a:ext cx="1600000" cy="9000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0000" y="2250000"/>
            <a:ext cx="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全时段坪效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0000" y="26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早中晚三线作战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00000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让每一位客人，从第一口卷饼开始，爱上这碗汤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0" y="3850000"/>
            <a:ext cx="4144000" cy="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000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50000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