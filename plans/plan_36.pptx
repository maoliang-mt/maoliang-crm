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方案36 运营方案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D4FF"/>
                </a:solidFill>
              </a:rPr>
              <a:t>数字化经营全案 · AI智能生成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D4FF"/>
                </a:solidFill>
              </a:rP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9A00"/>
                </a:solidFill>
              </a:rPr>
              <a:t>📊 经营数据概览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1430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储值方案：充300送30（到账330元），锁定约12顿午餐，回本周期2.5周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集章卡：消费满5次送1份小菜（成本约3元），刺激从"偶尔来"变"固定来"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执行路径：🔧 美团会员营销旗舰版→储值活动→设置充300送30档位，POS结账自动弹窗推荐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评分优先：好评自动返2元红包（🔧 美团外卖商家后台→评价管理），目标4.8分+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爆款引流：设计「川渝招牌双拼饭」定价19.9元（成本7元，含利润），做引流钩子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满减设计：满25减3 / 满40减6 / 满60减10，引导客单从28提升至35+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产品：推出"小份川菜"系列（水煮鱼小份¥28/回锅肉小份¥18/麻婆豆腐小份¥12）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套餐：「川渝双人餐」¥58（2荤1素+米饭+饮品），感知价值&gt;80元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夜宵试水：晚8点后推"麻辣拌+冰粉"组合¥15，外卖专供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抖音：每周拍2条"锅气视频"（15秒炒菜过程），定位门店+挂团购链接，零成本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小红书：邀请3位本地素人博主（500-3000粉）免费试吃，产出"凤起路打工人午餐"笔记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每消费1次盖1章（🔧 会员营销旗舰版→集章活动）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集满5章：送指定小菜1份（成本约3元）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集满10章：送「川渝招牌双拼饭」1份（成本约7元）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集满20章：升级为「金牌会员」享全单9.5折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本方案由美团餐饮SaaS · 大橘运营专家生成 | 仅供川渝小厨参考使用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© 2026 美团餐饮数智化解决方案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CCCCC"/>
                </a:solidFill>
              </a:rPr>
              <a:t>凤起路是杭州上城区核心商务动脉，地铁1号线凤起路站辐射大量写字楼上班族。人均¥28的川渝快餐精准命中午间刚需，但当前门店过度依赖午市堂食，晚市和外卖两大增量空间未打开。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方案36 × 美团餐饮SaaS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