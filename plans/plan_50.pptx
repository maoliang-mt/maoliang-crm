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A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WenQuanYi Micro Hei"/>
              </a:rPr>
              <a:t>发发测试门店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285F4"/>
                </a:solidFill>
                <a:latin typeface="WenQuanYi Micro Hei"/>
              </a:rPr>
              <a:t>数字化经营解决方案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BBCC"/>
                </a:solidFill>
                <a:latin typeface="WenQuanYi Micro Hei"/>
              </a:rPr>
              <a:t>杭州上城区 · 正餐（杭帮菜/家常菜）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AA"/>
                </a:solidFill>
                <a:latin typeface="WenQuanYi Micro Hei"/>
              </a:rPr>
              <a:t>美团餐饮SaaS |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73E8"/>
                </a:solidFill>
                <a:latin typeface="WenQuanYi Micro Hei"/>
              </a:rPr>
              <a:t>📊 门店现状诊断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WenQuanYi Micro Hei"/>
              </a:rPr>
              <a:t>数据基石 + 痛点定位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WenQuanYi Micro Hei"/>
              </a:rPr>
              <a:t>⚠️ 假设数据（待实际确认）
━━━━━━━━━━━━━━━━━━━━
🏪 门店：发发测试门店（正餐/杭帮菜）
📍 位置：杭州上城区
💰 假设人均：75元
📝 假设月流水：18万元
👥 日均人次：18万÷30÷75 ≈ 80人次
🪑 假设面积：150-200㎡，约40桌
📱 已签约：基础版会员 + 扫码点餐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5486400" cy="256032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WenQuanYi Micro Hei"/>
              </a:rPr>
              <a:t>⚠️ 核心痛点（正餐典型问题）
━━━━━━━━━━━━━━━━━━━━
① 点评评分未突破4.5，新客获取乏力
② 储值/会员体系薄弱，复购率低于行业均值
③ 翻台率偏低（正餐日均1.2-1.5翻台）
④ 周中午市空闲严重，坪效浪费
⑤ 缺乏系统化营销节奏，活动靠感觉
⑥ 员工无标准话术，储值开口率&lt;30%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WenQuanYi Micro Hei"/>
              </a:rPr>
              <a:t>🔥 品类机遇（2025-2026正餐赛道）
• 中式正餐市场规模&gt;1.1万亿元，门店数136万家，占比18.9%
• 湘菜+8.9%增速领跑，地方小炒爆发式增长
• 消费降级下人均50-80元「轻正餐」模式最有生命力
• 上城区杭帮菜竞争激烈：必吃榜12家上榜，评分4.3-4.8
• 明档现炒+烟火气回归是正餐最大差异化卖点
• 数字化率仍偏低：60%+正餐门店尚未系统化会员运营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73E8"/>
                </a:solidFill>
                <a:latin typeface="WenQuanYi Micro Hei"/>
              </a:rPr>
              <a:t>🏘️ 周边竞品分析（上城区3公里内同品类）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WenQuanYi Micro Hei"/>
              </a:rPr>
              <a:t>知己知彼，找到差异化切入点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2344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WenQuanYi Micro Hei"/>
              </a:rPr>
              <a:t>🏪 蔡珍记街坊菜(景芳路)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D00"/>
                </a:solidFill>
                <a:latin typeface="WenQuanYi Micro Hei"/>
              </a:rPr>
              <a:t>⭐ 4.5分 | 人均70元 | 必吃榜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定位：老底子杭帮味，油淋鸡/油爆虾/香煎米鱼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3A3A"/>
                </a:solidFill>
                <a:latin typeface="WenQuanYi Micro Hei"/>
              </a:rPr>
              <a:t>❌ 弱点：面积小无包间、无储值体系、不做线上营销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202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B06E"/>
                </a:solidFill>
                <a:latin typeface="WenQuanYi Micro Hei"/>
              </a:rPr>
              <a:t>✅ 切入：性价比相当+储值锁客+私域触达超越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39"/>
            <a:ext cx="11247120" cy="12344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WenQuanYi Micro Hei"/>
              </a:rPr>
              <a:t>🏪 福缘居酒楼(河坊街)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D00"/>
                </a:solidFill>
                <a:latin typeface="WenQuanYi Micro Hei"/>
              </a:rPr>
              <a:t>⭐ 3.8分 | 人均102元 | 收录19年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79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定位：脆皮大肠招牌，20年老店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3A3A"/>
                </a:solidFill>
                <a:latin typeface="WenQuanYi Micro Hei"/>
              </a:rPr>
              <a:t>❌ 弱点：评分偏低仅3.8、定价高、服务分一般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B06E"/>
                </a:solidFill>
                <a:latin typeface="WenQuanYi Micro Hei"/>
              </a:rPr>
              <a:t>✅ 切入：评分优势+性价比+会员精准营销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11247120" cy="12344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WenQuanYi Micro Hei"/>
              </a:rPr>
              <a:t>🏪 别饮居(邮电路)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D00"/>
                </a:solidFill>
                <a:latin typeface="WenQuanYi Micro Hei"/>
              </a:rPr>
              <a:t>⭐ 4.5分 | 人均79元 | 必吃榜30年老店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定位：杭帮混搭，糖醋里脊/蒸酱鸭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3A3A"/>
                </a:solidFill>
                <a:latin typeface="WenQuanYi Micro Hei"/>
              </a:rPr>
              <a:t>❌ 弱点：菜品固化缺创新、无储值、无私域运营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B06E"/>
                </a:solidFill>
                <a:latin typeface="WenQuanYi Micro Hei"/>
              </a:rPr>
              <a:t>✅ 切入：产品创新+储值锁客+沉睡唤醒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57800"/>
            <a:ext cx="11247120" cy="12344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WenQuanYi Micro Hei"/>
              </a:rPr>
              <a:t>🏪 钱三舅·浙江土菜(河坊街)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D00"/>
                </a:solidFill>
                <a:latin typeface="WenQuanYi Micro Hei"/>
              </a:rPr>
              <a:t>⭐ 约4.3分 | 人均80元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定位：烟火气大排档，糖醋里脊/油爆虾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3A3A"/>
                </a:solidFill>
                <a:latin typeface="WenQuanYi Micro Hei"/>
              </a:rPr>
              <a:t>❌ 弱点：纯堂食、不做外卖团购、无数字化运营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897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B06E"/>
                </a:solidFill>
                <a:latin typeface="WenQuanYi Micro Hei"/>
              </a:rPr>
              <a:t>✅ 切入：全渠道线上获客+团购套餐+会员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73E8"/>
                </a:solidFill>
                <a:latin typeface="WenQuanYi Micro Hei"/>
              </a:rPr>
              <a:t>🎯 核心运营策略：三步锁客增长法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6D00"/>
                </a:solidFill>
                <a:latin typeface="WenQuanYi Micro Hei"/>
              </a:rPr>
              <a:t>公域引新客 → 私域锁回头 → 储值稳现金流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WenQuanYi Micro Hei"/>
              </a:rPr>
              <a:t>🌊 策略一：公域评分攻坚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D00"/>
                </a:solidFill>
                <a:latin typeface="WenQuanYi Micro Hei"/>
              </a:rPr>
              <a:t>点评冲4.5分 + 团购套餐引流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1732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WenQuanYi Micro Hei"/>
              </a:rPr>
              <a:t>• 3个月内点评评分冲至4.5+
• 上线2款团购套餐（双人餐¥138/家庭餐¥258）
• 好评引导系统化：结账自动弹评价页
• 每月2篇小红书探店（杭帮菜+性价比）
• 推广通月投¥500定向上城区3km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1124712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WenQuanYi Micro Hei"/>
              </a:rPr>
              <a:t>🔒 策略二：储值锁客体系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D00"/>
                </a:solidFill>
                <a:latin typeface="WenQuanYi Micro Hei"/>
              </a:rPr>
              <a:t>低门槛储值 + 旗舰版会员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WenQuanYi Micro Hei"/>
              </a:rPr>
              <a:t>• 主推充300送40（≈4次消费，8.8折）
• 旗舰版会员（¥4,888/年）：团购会员卡+潜客营销
• 等级体系：银卡9.5折→金卡9折→钻石8.8折
• 员工开口率从&lt;30%提升至80%
• 30天沉睡自动唤醒（5元券推送）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1124712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WenQuanYi Micro Hei"/>
              </a:rPr>
              <a:t>📈 策略三：营销节奏化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D00"/>
                </a:solidFill>
                <a:latin typeface="WenQuanYi Micro Hei"/>
              </a:rPr>
              <a:t>周中午市拉升 + 节日爆发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98348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WenQuanYi Micro Hei"/>
              </a:rPr>
              <a:t>• 工作日午市双人商务套餐¥128
• 每月1次主题活动（会员日/新品日）
• 节日营销提前2周蓄水预热
• 老带新裂变：双方各得20元券
• 峰终体验：结账显示「本单已省XX元」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73E8"/>
                </a:solidFill>
                <a:latin typeface="WenQuanYi Micro Hei"/>
              </a:rPr>
              <a:t>💎 会员储值体系设计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WenQuanYi Micro Hei"/>
              </a:rPr>
              <a:t>人均75元 → 主推档300元（约4次消费用完，心理负担小）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73E8"/>
                </a:solidFill>
                <a:latin typeface="WenQuanYi Micro Hei"/>
              </a:rPr>
              <a:t>充150送15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WenQuanYi Micro Hei"/>
              </a:rPr>
              <a:t>到账165元
约8.9折
≈2次消费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WenQuanYi Micro Hei"/>
              </a:rPr>
              <a:t>入门档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651760" cy="18288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D00"/>
                </a:solidFill>
                <a:latin typeface="WenQuanYi Micro Hei"/>
              </a:rPr>
              <a:t>充300送40 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WenQuanYi Micro Hei"/>
              </a:rPr>
              <a:t>到账340元
约8.8折
≈4次消费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D00"/>
                </a:solidFill>
                <a:latin typeface="WenQuanYi Micro Hei"/>
              </a:rPr>
              <a:t>⭐主推档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51760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73E8"/>
                </a:solidFill>
                <a:latin typeface="WenQuanYi Micro Hei"/>
              </a:rPr>
              <a:t>充500送80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WenQuanYi Micro Hei"/>
              </a:rPr>
              <a:t>到账580元
约8.6折
≈7次消费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WenQuanYi Micro Hei"/>
              </a:rPr>
              <a:t>进阶档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651760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73E8"/>
                </a:solidFill>
                <a:latin typeface="WenQuanYi Micro Hei"/>
              </a:rPr>
              <a:t>充1000送200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WenQuanYi Micro Hei"/>
              </a:rPr>
              <a:t>到账1200元
约8.3折
≈14次消费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WenQuanYi Micro Hei"/>
              </a:rPr>
              <a:t>锁客档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74720"/>
            <a:ext cx="11247120" cy="292608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WenQuanYi Micro Hei"/>
              </a:rPr>
              <a:t>🏆 等级会员体系（储值+等级双轨并行）
━━━━━━━━━━━━━━━━━━━━
扫码即入会（普通）→ 银卡（累计≥500）→ 金卡（累计≥2000）→ 钻石（累计≥5000）
普通：积分1倍 | 生日券20元 | 新客首单减5元
银卡：9.5折 | 积分1.5倍 | 生日券50元 | 专属菜品价
金卡：9折 | 积分2倍 | 生日券100元 | 免费果盘 | 储值充300送50
钻石：8.8折 | 积分3倍 | 生日免单(≤200) | 专属包间 | 储值充500送100
💡 联动逻辑：储值消费同步累积积分+等级经验值，高等级享更优储值赠送比例
💡 主推旗舰版会员（¥4,888/年）：含团购会员卡+潜客营销+6大专属活动工具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73E8"/>
                </a:solidFill>
                <a:latin typeface="WenQuanYi Micro Hei"/>
              </a:rPr>
              <a:t>🔄 公私域联动闭环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  <a:latin typeface="WenQuanYi Micro Hei"/>
              </a:rPr>
              <a:t>公域拉新 → 到店体验 → 私域锁客 → 口碑裂变 → 评分提升 → 更多曝光（正向飞轮）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5303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🌐 公域获客
━━━━━━━━━━━━━━━━━━
📌 大众点评（核心阵地）
• 团购套餐：双人餐¥138 / 家庭餐¥258
• 门店页面优化：招牌菜置顶+环境照
• 推广通：月¥500，3km/25-45岁
• 好评攻坚：目标90天达4.5分
• 目标：月新增团购核销60单
📌 小红书（种草辅助）
• 每月2篇探店笔记（达人置换）
• 方向：「上城区¥75杭帮菜·烟火气」
• 目标：每篇带来10-20人自然引流
📌 峰终体验设计
• 峰值：明档出餐仪式感（锅气现炒）
• 终值：结账弹「本单已省XX元」+薄荷糖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5394960" cy="53035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🔒 私域留客
━━━━━━━━━━━━━━━━━━
📌 到店转化链路
新客到店 → 扫码点餐自动入会
→ 首单弹窗「新客减5元」
→ 结账POS弹储值推荐
→ 员工一句话话术触发
📌 沉睡唤醒（自动化）
• 30天未到店 → 5元无门槛券
• 60天未到店 → 15元满100减
• 90天未到店 → 电话+20元回归礼
📌 口碑裂变 → 反哺公域
• 好评引导：自动弹好评页→点评
• 老带新：推荐注册双方各20元
• 裂变→评分提升→曝光↑→新客↑
  （飞轮闭合✓）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73E8"/>
                </a:solidFill>
                <a:latin typeface="WenQuanYi Micro Hei"/>
              </a:rPr>
              <a:t>📅 90天营销节奏（分阶段落地）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1325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WenQuanYi Micro Hei"/>
              </a:rPr>
              <a:t>第1-2周：系统搭建 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51560"/>
            <a:ext cx="6858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• 扫码点餐上线+自动入会配置
• 储值活动创建4档+员工话术培训
• 点评门店信息优化+团购上线
• 好评自动引导开启
• 目标：首周入会50人，储值10笔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23160"/>
            <a:ext cx="11247120" cy="1325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WenQuanYi Micro Hei"/>
              </a:rPr>
              <a:t>第3-4周：引爆期 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6858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• 焕新活动：充300送40+再送招牌菜
• 小红书第1篇探店笔记发布
• 推广通开启（¥500/月）
• 午市工作日套餐¥128上线
• 目标：累计会员200人，储值50笔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47120" cy="1325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WenQuanYi Micro Hei"/>
              </a:rPr>
              <a:t>第5-8周：稳增期 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886200"/>
            <a:ext cx="6858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• 端午活动：储值满500送粽子礼盒
• 会员日（每月18号）：积分翻倍+8折菜
• 第2篇小红书+好评UGC汇总发布
• 沉睡唤醒系统自动运行
• 目标：累计会员400人，月储值80笔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57800"/>
            <a:ext cx="11247120" cy="1325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WenQuanYi Micro Hei"/>
              </a:rPr>
              <a:t>第9-12周：飞轮期 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303520"/>
            <a:ext cx="6858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• 七夕预热：情侣套餐¥228+赠花
• 老带新裂变活动上线
• 点评评分冲刺4.5最后攻坚
• 复盘数据，策略微调
• 目标：累计会员600人，点评4.5分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73E8"/>
                </a:solidFill>
                <a:latin typeface="WenQuanYi Micro Hei"/>
              </a:rPr>
              <a:t>🎯 OKR量化目标（90天达成）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47120" cy="2926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WenQuanYi Micro Hei"/>
              </a:rPr>
              <a:t>目标维度          当前假设值        90天目标          提升幅度
━━━━━━━━━━━━━━━━━━━━━━━━━━━━━━━━━━━━━━━━━━━━━━
月营收            ¥180,000         ¥216,000         +¥36,000/月
大众点评评分       约4.2分          ≥4.5分           +0.3分
会员总数          约100人          ≥600人           +500人
月储值笔数        约5笔            ≥80笔            +75笔
月储值金额        约¥1,500         ≥¥24,000         +¥22,500
储值开口率        &lt;30%             ≥80%             +50pct
团购月核销量       0               ≥60单            从0到60
会员复购率        约20%            ≥40%             +20pct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11247120" cy="25603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WenQuanYi Micro Hei"/>
              </a:rPr>
              <a:t>📊 月增收¥36,000拆解（与OKR完全对齐）
━━━━━━━━━━━━━━━━━━━━━━━━━━━━━━━━━━━━━━━━━━━━━━
① 储值释放消费增量：月80笔×均¥300，锁定消费释放增收约 +¥12,000/月
② 团购新客增量：60单×均¥138 = +¥8,280/月
③ 午市套餐拉升周中：日均多4桌×¥128×22天 = +¥11,264/月
④ 会员复购提升：400活跃会员×月多1次×¥75÷3 = +¥3,333/月
⑤ 沉睡唤醒回流：月唤醒20人×¥75 = +¥1,500/月
━━━━━━━━━━━━━━━━━━━━━━━━━━━━━━━━━━━━━━━━━━━━━━
合计：+¥36,377/月 ≈ ¥36,000（取整）  ✅ 与OKR月营收目标一致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73E8"/>
                </a:solidFill>
                <a:latin typeface="WenQuanYi Micro Hei"/>
              </a:rPr>
              <a:t>💰 投资回报分析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530352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📋 投入明细
━━━━━━━━━━━━━━━━━
【软件年费】
• 收银Pro版：¥2,888/年
• 会员旗舰版：¥4,888/年
• 评价专家：¥1,200/年
• 小计：¥8,976/年
【营销费用（月度）】
• 推广通：¥500/月
• 储值赠送成本：80笔×¥40=¥3,200/月
• 小红书达人：¥0（置换合作）
• 月营销成本小计：¥3,700/月
【首年总投入】
软件¥8,976 + 营销¥3,700×12 = ¥53,376/年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914400"/>
            <a:ext cx="5486400" cy="32004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WenQuanYi Micro Hei"/>
              </a:rPr>
              <a:t>📈 回报测算
━━━━━━━━━━━━━━━━━
【月增收益】+¥36,000/月
  ① 储值锁客增量：+¥12,000
  ② 团购新客增量：+¥8,280
  ③ 午市套餐拉升：+¥11,264
  ④ 复购提升：+¥3,333
  ⑤ 沉睡唤醒：+¥1,500
【年增收益】
  ¥36,000 × 12 = ¥432,000/年
【净回报】
  年增收¥432,000 - 总投入¥53,376
  = 净增收 ¥378,624/年
💡 回本周期：约1.5个月即回本！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WenQuanYi Micro Hei"/>
              </a:rPr>
              <a:t>🏆 关键数字一览
月增收 ¥36,000  |  年增收 ¥432,000  |  回本周期 ≈1.5个月  |  年投入产出比 1:8.1
💡 第二年起营销费用不变，软件续费仅¥8,976/年，年净增收更高达¥388,000+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A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WenQuanYi Micro Hei"/>
              </a:rPr>
              <a:t>发发测试门店 × 美团收银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285F4"/>
                </a:solidFill>
                <a:latin typeface="WenQuanYi Micro Hei"/>
              </a:rPr>
              <a:t>📊 数据驱动  |  🔒 储值锁客  |  ⭐ 评分攻坚  |  🔄 公私联动  |  📈 持续增长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  <a:latin typeface="WenQuanYi Micro Hei"/>
              </a:rPr>
              <a:t>让每一位回头客都成为「数字化常客」
让每一次消费都在为门店增长蓄力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AA"/>
                </a:solidFill>
                <a:latin typeface="WenQuanYi Micro Hei"/>
              </a:rPr>
              <a:t>美团餐饮SaaS · 杭州团队 | 2026年5月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73E8"/>
                </a:solidFill>
                <a:latin typeface="WenQuanYi Micro Hei"/>
              </a:rPr>
              <a:t>📢 执行手册 · 员工话术卡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WenQuanYi Micro Hei"/>
              </a:rPr>
              <a:t>一看就会用，每桌必开口，话术从方案数字推算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5603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WenQuanYi Micro Hei"/>
              </a:rPr>
              <a:t>🎯 场景：结账推储值
👤 岗位：收银员  ⏰ 触发：客人买单时POS弹窗
━━━━━━━━━━━━━━━━━━
💬 标准话术：
「您今天消费75元，充300元送40元到账340，
  下次来直接刷卡，相当于打8.8折哦～」
🔄 客人犹豫时：
「300块大概4次就用完了，不多不少刚刚好」
❌ 拒绝时：
「没关系，活动长期有效，随时可以充～」
✅ 成功标志：每桌必问，日均储值≥3笔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WenQuanYi Micro Hei"/>
              </a:rPr>
              <a:t>🎯 场景：好评引导
👤 岗位：服务员  ⏰ 触发：客人表示满意/结账后
━━━━━━━━━━━━━━━━━━
💬 标准话术：
「感谢您的认可！如果方便在大众点评上
  帮我们写两句，对我们帮助特别大～」
🔄 系统辅助：
结账后自动弹好评引导页（评价专家功能）
4.5星以上自动跳转大众点评写评价
❌ 客人不愿意时：
「没关系～欢迎下次再来！」
✅ 成功标志：日均新增好评≥2条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5486400" cy="256032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WenQuanYi Micro Hei"/>
              </a:rPr>
              <a:t>🎯 场景：迎客扫码入会
👤 岗位：服务员  ⏰ 触发：客人落座后30秒
━━━━━━━━━━━━━━━━━━
💬 标准话术：
「欢迎光临！扫这个码直接看菜单点餐，
  首次扫码自动注册会员，新客立减5元～」
🔄 老客回头时（POS提示）：
「X姐/哥又来啦！上次您点的油爆虾
  今天特别新鲜，还要来一份吗？」
✅ 成功标志：新客入会率≥90%（扫码即入）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48640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WenQuanYi Micro Hei"/>
              </a:rPr>
              <a:t>🎯 场景：午市套餐推荐
👤 岗位：服务员  ⏰ 触发：工作日午市2人桌
━━━━━━━━━━━━━━━━━━
💬 标准话术：
「我们工作日午市有双人商务套餐128元，
  含两荤一素一汤，单点要160多呢」
🔄 犹豫时补充：
「套餐都是咱家招牌菜，出餐也快，
  午休时间宝贵帮您省时间～」
❌ 不要时：
「好的，那您慢慢看菜单，有需要随时叫我」
✅ 成功标志：午市套餐日均≥4桌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73E8"/>
                </a:solidFill>
                <a:latin typeface="WenQuanYi Micro Hei"/>
              </a:rPr>
              <a:t>📋 执行手册 · 活动SOP（储值焕新活动示例）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1247120" cy="5669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WenQuanYi Micro Hei"/>
              </a:rPr>
              <a:t>━━━━━━━━━━━━━━━━━━━━━━━━━━━━━━━━━━━━━━━━━━━━━━━━━━━━━━
📋 活动名称：「充300送40+再送招牌菜」储值焕新活动
🎯 活动目标：2周内新增储值50笔，储值金额≥¥15,000
📅 活动周期：第3-4周（共14天）
💰 额外成本：50笔×招牌菜成本约¥15 = ¥750
━━━━━━━━━━━━━━━━━━━━━━━━━━━━━━━━━━━━━━━━━━━━━━━━━━━━━━
⏰ D-7（活动前一周）
  □ 店长：在美团收银后台创建储值活动（4档），设置活动有效期
  □ 店长：制作收银台立牌文案「充300送40+送招牌菜」（用A4纸打印即可）
  □ BD协助：确认评价专家好评引导功能已开启
⏰ D-3（活动前三天）
  □ 店长：召开10分钟晨会，培训储值话术（参考话术卡）
  □ 店长：每位服务员模拟演练1遍储值推荐场景
  □ 收银员：确认POS储值弹窗功能正常
⏰ D-1（活动前一天）
  □ 店长：收银台/每桌放置活动立牌
  □ 店长：确认赠送招牌菜的出品流程（储值成功→报后厨→出菜）
  □ 验证：自己试充一笔，确认全流程通畅
⏰ D-Day（活动当天）
  □ 晨会：强调「每桌必问储值」，目标当日≥4笔
  □ 收银员：每单结账时主动推荐，POS弹窗辅助
  □ 服务员：观察满意度高的桌子，配合推荐
  □ 店长：中午/晚上各巡一次，统计储值笔数
⏰ D+1（活动第二天起，每日）
  □ 晨会通报昨日储值笔数，表扬做得好的员工
  □ 未达标时：分析原因（开口率？话术？客流？）
⏰ D+14（活动结束）
  □ 统计总储值笔数/金额，对比目标
  □ 总结经验，调整下月活动方案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73E8"/>
                </a:solidFill>
                <a:latin typeface="WenQuanYi Micro Hei"/>
              </a:rPr>
              <a:t>✅ 执行手册 · 店长每日检查清单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WenQuanYi Micro Hei"/>
              </a:rPr>
              <a:t>OKR目标拆解到每一天，打勾就行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394960" cy="5486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WenQuanYi Micro Hei"/>
              </a:rPr>
              <a:t>🌅 每日开店前（8:30-9:00）
━━━━━━━━━━━━━━━━━━
□ 查看昨日经营数据（收银后台/手机看板）
  · 昨日营收：___元（目标¥7,200/天）
  · 昨日储值：___笔（目标≥3笔/天）
  · 昨日新增会员：___人（目标≥7人/天）
□ 晨会3分钟通报（必说3件事）：
  · 昨天储值X笔，距目标差X笔
  · 表扬昨天储值最多的员工
  · 今天的主推活动/套餐是什么
□ 检查物料：
  · 收银台储值立牌是否完好
  · 桌面扫码牌是否齐全
  · POS储值弹窗是否正常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05840"/>
            <a:ext cx="5394960" cy="54864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WenQuanYi Micro Hei"/>
              </a:rPr>
              <a:t>🌙 每日打烊后（21:00-21:15）
━━━━━━━━━━━━━━━━━━
□ 录入今日数据：
  · 今日营收：___元
  · 今日储值：___笔 / ___元
  · 今日新增会员：___人
  · 今日好评：___条
  · 午市套餐售出：___份
□ 对比目标（日均标准）：
  · 日营收目标：¥7,200（月¥216,000÷30）
  · 日储值目标：≥3笔（月80笔÷26营业日）
  · 日新增会员：≥7人（月200人÷30天）
  · 日好评目标：≥2条
□ 未达标处理：
  · 储值&lt;2笔 → 明天晨会重点强调话术
  · 好评=0条 → 检查评价引导功能是否正常
  · 营收&lt;¥6,000 → 分析客流/客单哪个低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