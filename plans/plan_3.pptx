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/></Relationships>
</file>

<file path=xl/_rels/workbook.xml.rels><?xml version="1.0" encoding="UTF-8" standalone="yes"?>
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贪天小食·温州小馆 数字化经营解决方案</dc:title>
  <dc:subject>PptxGenJS Presentation</dc:subject>
  <dc:creator>美团餐饮数字化</dc:creator>
  <cp:lastModifiedBy>美团餐饮数字化</cp:lastModifiedBy>
  <cp:revision>1</cp:revision>
  <dcterms:created xsi:type="dcterms:W3CDTF">2026-04-21T12:48:06Z</dcterms:created>
  <dcterms:modified xsi:type="dcterms:W3CDTF">2026-04-21T12:48:06Z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贪天小食_解决方案.pptx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a990c969794843e0c1c05858a8e709dcea889b5e</vt:lpwstr>
  </property>
</Properties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e7b38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3025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51125" y="1552575"/>
            <a:ext cx="31024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贪天小食·温州小馆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543300" y="2143125"/>
            <a:ext cx="20985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2100"/>
              </a:spcAft>
              <a:buNone/>
            </a:pPr>
            <a:r>
              <a:rPr lang="en-US" sz="16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数字化经营解决方案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000500" y="2855565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891855" y="3303240"/>
            <a:ext cx="13873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8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 | 连锁解决方案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321522" y="3653730"/>
            <a:ext cx="510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8F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品牌理解：温州小吃连锁的机遇与挑战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高频刚需赛道 × 连锁扩张关键期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2091630"/>
            <a:ext cx="4038600" cy="1830586"/>
          </a:xfrm>
          <a:prstGeom prst="roundRect">
            <a:avLst>
              <a:gd name="adj" fmla="val 33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2105918"/>
            <a:ext cx="4038600" cy="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2215455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赛道机遇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379166"/>
            <a:ext cx="38481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温州小吃品类丰富：肠粉、炒粉干、鱼丸、馄饨……覆盖全时段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高频刚需，复购率高——人均20-35元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社区+写字楼场景天然适配，早中晚三餐均可触达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萧山万象汇老店已验证模式，品牌有口碑基础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2072580"/>
            <a:ext cx="4038600" cy="1868686"/>
          </a:xfrm>
          <a:prstGeom prst="roundRect">
            <a:avLst>
              <a:gd name="adj" fmla="val 32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4400" y="2086868"/>
            <a:ext cx="4038600" cy="0"/>
          </a:xfrm>
          <a:prstGeom prst="line">
            <a:avLst/>
          </a:prstGeom>
          <a:noFill/>
          <a:ln w="28575">
            <a:solidFill>
              <a:srgbClr val="E88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9650" y="2196405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连锁扩张痛点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19650" y="2360116"/>
            <a:ext cx="38481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两店菜单/价格不统一，手动管理易出错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会员数据分散，老店顾客到新店无法识别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库存各管各，畅销品断货、滞销品浪费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新店开业缺乏系统化营销节奏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老板无法实时掌握两店经营全貌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双店商圈分析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萧山万象汇（老店） vs 城星路（新店）— 客群画像对比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725960"/>
            <a:ext cx="3848100" cy="428476"/>
          </a:xfrm>
          <a:prstGeom prst="roundRect">
            <a:avLst>
              <a:gd name="adj" fmla="val 1422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9105" y="1802160"/>
            <a:ext cx="369189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萧山万象汇店（老店）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9105" y="195828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成熟购物中心商圈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2306836"/>
            <a:ext cx="3848100" cy="1981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402086"/>
            <a:ext cx="3657600" cy="1790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客流：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购物中心自然客流，逛街消费人群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午餐/晚餐为主，周末高峰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客群：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25-40岁家庭/情侣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人均25-35元（商场偏高）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餐饮品牌密集，需差异化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品牌曝光高，美团线上流量大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19600" y="285452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2051" y="2933551"/>
            <a:ext cx="142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14900" y="1725960"/>
            <a:ext cx="3848100" cy="428476"/>
          </a:xfrm>
          <a:prstGeom prst="roundRect">
            <a:avLst>
              <a:gd name="adj" fmla="val 14227"/>
            </a:avLst>
          </a:prstGeom>
          <a:solidFill>
            <a:srgbClr val="E88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3005" y="1802160"/>
            <a:ext cx="369189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城星路店（新店）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93005" y="195828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社区+写字楼混合商圈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914900" y="2306836"/>
            <a:ext cx="3848100" cy="1981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10150" y="2402086"/>
            <a:ext cx="3657600" cy="1790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客流：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周边居民 + 写字楼上班族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早中晚全时段，工作日主力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客群：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20-45岁上班族/居民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人均20-28元（社区务实）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小餐饮多，需快速建认知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固定客源多，会员沉淀潜力大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美团收银系统：智能点餐收银一体化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专为小吃快餐设计，出餐快、翻台高、操作简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741140"/>
            <a:ext cx="1981200" cy="2531566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836390"/>
            <a:ext cx="1826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2141190"/>
            <a:ext cx="182651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304901"/>
            <a:ext cx="1790700" cy="1714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顾客手机扫码自助下单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减少排队，高峰期不乱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自动关联会员即积分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堂食/外带双模式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250" y="4057501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减少1名点餐人力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514600" y="1874490"/>
            <a:ext cx="1981200" cy="2264866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09850" y="1969740"/>
            <a:ext cx="1826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9850" y="2274540"/>
            <a:ext cx="182651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S4mini-pro一体机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09850" y="2438251"/>
            <a:ext cx="17907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内置打印机，体积小巧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适合档口/小面积吧台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触屏操作10分钟上手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支持多种支付方式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09850" y="3924151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 ¥1,698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48200" y="1874490"/>
            <a:ext cx="1981200" cy="2264866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3450" y="1969740"/>
            <a:ext cx="1826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43450" y="2274540"/>
            <a:ext cx="182651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后厨打印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43450" y="2438251"/>
            <a:ext cx="17907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前台下单后厨自动出票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分品类打印各归各位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减少口头传菜出错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80C-pro高速热敏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43450" y="3924151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出餐提速30%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781800" y="2007840"/>
            <a:ext cx="1981200" cy="1998166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77050" y="2103090"/>
            <a:ext cx="1826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77050" y="2407890"/>
            <a:ext cx="182651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经营数据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877050" y="2571601"/>
            <a:ext cx="17907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实时营业额、客单价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菜品销售排行榜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时段分析优化排班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手机端随时查报表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77050" y="3790801"/>
            <a:ext cx="1826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数据驱动决策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53653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连锁管控中心：一个后台管两家店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882253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统一菜单 / 统一价格 / 统一库存 / 实时数据看板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257449"/>
            <a:ext cx="4114800" cy="1249561"/>
          </a:xfrm>
          <a:prstGeom prst="roundRect">
            <a:avLst>
              <a:gd name="adj" fmla="val 4879"/>
            </a:avLst>
          </a:prstGeom>
          <a:solidFill>
            <a:srgbClr val="C41E3A">
              <a:alpha val="15000"/>
            </a:srgbClr>
          </a:solidFill>
          <a:ln w="9525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1362224"/>
            <a:ext cx="398335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🍜 统一菜单管理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85775" y="1525935"/>
            <a:ext cx="39052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总部一键下发菜品到所有门店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新品上架/下架同步生效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支持门店差异化菜品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48200" y="1257449"/>
            <a:ext cx="4114800" cy="1249561"/>
          </a:xfrm>
          <a:prstGeom prst="roundRect">
            <a:avLst>
              <a:gd name="adj" fmla="val 4879"/>
            </a:avLst>
          </a:prstGeom>
          <a:solidFill>
            <a:srgbClr val="E8853D">
              <a:alpha val="15000"/>
            </a:srgbClr>
          </a:solidFill>
          <a:ln w="9525">
            <a:solidFill>
              <a:srgbClr val="E885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2975" y="1362224"/>
            <a:ext cx="398335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统一价格体系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52975" y="1525935"/>
            <a:ext cx="39052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基础价全连锁统一设定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支持分店单独调价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会员价、活动价集中管控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2716560"/>
            <a:ext cx="4114800" cy="1249561"/>
          </a:xfrm>
          <a:prstGeom prst="roundRect">
            <a:avLst>
              <a:gd name="adj" fmla="val 4879"/>
            </a:avLst>
          </a:prstGeom>
          <a:solidFill>
            <a:srgbClr val="E8853D">
              <a:alpha val="15000"/>
            </a:srgbClr>
          </a:solidFill>
          <a:ln w="9525">
            <a:solidFill>
              <a:srgbClr val="E885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" y="2821335"/>
            <a:ext cx="398335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库存预警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85775" y="2985046"/>
            <a:ext cx="39052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食材消耗自动扣减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低库存预警提醒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采购计划有据可依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8200" y="2716560"/>
            <a:ext cx="4114800" cy="1249561"/>
          </a:xfrm>
          <a:prstGeom prst="roundRect">
            <a:avLst>
              <a:gd name="adj" fmla="val 4879"/>
            </a:avLst>
          </a:prstGeom>
          <a:solidFill>
            <a:srgbClr val="C41E3A">
              <a:alpha val="15000"/>
            </a:srgbClr>
          </a:solidFill>
          <a:ln w="9525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2975" y="2821335"/>
            <a:ext cx="398335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老板驾驶舱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52975" y="2985046"/>
            <a:ext cx="39052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手机实时查看两店数据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营业额/客单价/翻台率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万象汇 vs 城星路对比</a:t>
            </a:r>
            <a:endParaRPr lang="en-US" sz="1350" dirty="0"/>
          </a:p>
        </p:txBody>
      </p:sp>
      <p:pic>
        <p:nvPicPr>
          <p:cNvPr id="16" name="Image 0" descr="/tmp/rasterized-gradient-f88d4c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194721"/>
            <a:ext cx="8382000" cy="4856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65444" y="4270921"/>
            <a:ext cx="2623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65444" y="4484191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门店数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3295793" y="4270921"/>
            <a:ext cx="349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5793" y="4484191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营收监控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5412724" y="4270921"/>
            <a:ext cx="349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12724" y="4484191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菜单价格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7529655" y="4270921"/>
            <a:ext cx="3497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互通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29655" y="4484191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会员数据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会员体系设计：高频低客单的锁客策略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让每一个回头客都成为"数字化常客"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738313"/>
            <a:ext cx="4114800" cy="1182886"/>
          </a:xfrm>
          <a:prstGeom prst="roundRect">
            <a:avLst>
              <a:gd name="adj" fmla="val 51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14513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会员价权益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968698"/>
            <a:ext cx="3962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20-40%热销菜品设会员专属价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价差5-8%（炒粉干15→会员14）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扫码点餐自动识别会员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3073598"/>
            <a:ext cx="4114800" cy="1182886"/>
          </a:xfrm>
          <a:prstGeom prst="roundRect">
            <a:avLst>
              <a:gd name="adj" fmla="val 51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149798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积分 + 次卡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57200" y="3303984"/>
            <a:ext cx="3962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消费1元积1分，50分兑鱼丸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早餐5次卡¥45 / 午餐10次卡¥168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次卡两店通用，到期自动提醒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8200" y="1807369"/>
            <a:ext cx="4114800" cy="1792486"/>
          </a:xfrm>
          <a:prstGeom prst="roundRect">
            <a:avLst>
              <a:gd name="adj" fmla="val 3401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1883569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门店执行清单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24400" y="2037755"/>
            <a:ext cx="39624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选出8-12款热销菜设置会员价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桌贴/台卡标注"扫码注册即享会员价"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收银员结账时口头引导："加入会员本单省2元"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每周一查看会员新增数据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首月目标：新增会员300人/店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8200" y="3752255"/>
            <a:ext cx="4114800" cy="435173"/>
          </a:xfrm>
          <a:prstGeom prst="roundRect">
            <a:avLst>
              <a:gd name="adj" fmla="val 14008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4400" y="3828455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连锁会员核心优势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24400" y="3982641"/>
            <a:ext cx="404164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8F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万象汇老会员到城星路自动识别、自动享权益，让老顾客成为新店第一批忠实客源。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储值方案：低门槛锁客，适配小吃客单价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人均20-35元的小吃业态，储值档位要"够得着"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939998"/>
            <a:ext cx="1971675" cy="683716"/>
          </a:xfrm>
          <a:prstGeom prst="roundRect">
            <a:avLst>
              <a:gd name="adj" fmla="val 89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9007" y="1016198"/>
            <a:ext cx="18556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9007" y="1275159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 ¥5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9007" y="1427559"/>
            <a:ext cx="18556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到账55 | 9.1折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505075" y="851446"/>
            <a:ext cx="2009775" cy="860822"/>
          </a:xfrm>
          <a:prstGeom prst="roundRect">
            <a:avLst>
              <a:gd name="adj" fmla="val 7082"/>
            </a:avLst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82132" y="946696"/>
            <a:ext cx="18556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充100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2132" y="1205657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 ¥12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82132" y="1358057"/>
            <a:ext cx="18556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到账112 | 8.9折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582132" y="1497062"/>
            <a:ext cx="18556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主推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67250" y="939998"/>
            <a:ext cx="1971675" cy="683716"/>
          </a:xfrm>
          <a:prstGeom prst="roundRect">
            <a:avLst>
              <a:gd name="adj" fmla="val 89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5257" y="1016198"/>
            <a:ext cx="18556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充200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25257" y="1275159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 ¥30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25257" y="1427559"/>
            <a:ext cx="18556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到账230 | 8.7折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791325" y="939998"/>
            <a:ext cx="1971675" cy="683716"/>
          </a:xfrm>
          <a:prstGeom prst="roundRect">
            <a:avLst>
              <a:gd name="adj" fmla="val 89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49332" y="1016198"/>
            <a:ext cx="18556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49332" y="1275159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 ¥100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49332" y="1427559"/>
            <a:ext cx="18556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到账600 | 8.3折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2941141"/>
            <a:ext cx="4114800" cy="1182886"/>
          </a:xfrm>
          <a:prstGeom prst="roundRect">
            <a:avLst>
              <a:gd name="adj" fmla="val 51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3017341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为什么主推充100？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57200" y="3171527"/>
            <a:ext cx="3962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约3-5次消费即可用完，心理负担小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送12元≈免费吃一碗馄饨，获得感强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转化率最高，适合首次储值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8200" y="2655391"/>
            <a:ext cx="4114800" cy="1754386"/>
          </a:xfrm>
          <a:prstGeom prst="roundRect">
            <a:avLst>
              <a:gd name="adj" fmla="val 3475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4400" y="2731591"/>
            <a:ext cx="404164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门店执行动作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24400" y="2885777"/>
            <a:ext cx="39624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收银台放立牌：充100送12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结账话术："充100送12，下次来直接扣余额更方便"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开口率目标：每桌必问，不低于80%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储值余额双店通用，万象汇充值城星路可用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商家小程序：线上点餐 + 外带自提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打造贪天小食专属数字化入口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2173635"/>
            <a:ext cx="1714500" cy="1647527"/>
          </a:xfrm>
          <a:prstGeom prst="roundRect">
            <a:avLst>
              <a:gd name="adj" fmla="val 3700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2287935"/>
            <a:ext cx="1485900" cy="1418927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165" y="2364135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🍜 贪天小食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71500" y="2535585"/>
            <a:ext cx="1333500" cy="196155"/>
          </a:xfrm>
          <a:prstGeom prst="roundRect">
            <a:avLst>
              <a:gd name="adj" fmla="val 31077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650" y="2573685"/>
            <a:ext cx="437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温州鱼丸汤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704677" y="2573685"/>
            <a:ext cx="1460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71500" y="2760315"/>
            <a:ext cx="1333500" cy="196155"/>
          </a:xfrm>
          <a:prstGeom prst="roundRect">
            <a:avLst>
              <a:gd name="adj" fmla="val 31077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2798415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炒粉干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704677" y="2798415"/>
            <a:ext cx="1460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¥14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71500" y="2985046"/>
            <a:ext cx="1333500" cy="196155"/>
          </a:xfrm>
          <a:prstGeom prst="roundRect">
            <a:avLst>
              <a:gd name="adj" fmla="val 31077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023146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鲜肉馄饨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704677" y="3023146"/>
            <a:ext cx="1460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¥12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71500" y="3209776"/>
            <a:ext cx="1333500" cy="196155"/>
          </a:xfrm>
          <a:prstGeom prst="roundRect">
            <a:avLst>
              <a:gd name="adj" fmla="val 31077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3247876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糯米饭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752451" y="3247876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71500" y="3434507"/>
            <a:ext cx="1333500" cy="196155"/>
          </a:xfrm>
          <a:prstGeom prst="roundRect">
            <a:avLst>
              <a:gd name="adj" fmla="val 3107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7027" y="3472607"/>
            <a:ext cx="12824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去结算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400300" y="1527870"/>
            <a:ext cx="6362700" cy="878086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95550" y="1604070"/>
            <a:ext cx="629564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预点餐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495550" y="1758255"/>
            <a:ext cx="61722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上班族提前下单，到店即取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支持选择取餐时间，后厨按时出餐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400300" y="2558355"/>
            <a:ext cx="6362700" cy="878086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95550" y="2634555"/>
            <a:ext cx="629564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🥡 外带自提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495550" y="2788741"/>
            <a:ext cx="61722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写字楼客户午间下单，下楼即取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减少堂食拥挤，提升坪效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400300" y="3588841"/>
            <a:ext cx="6362700" cy="878086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495550" y="3665041"/>
            <a:ext cx="629564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线上商城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495550" y="3819227"/>
            <a:ext cx="61722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储值卡、次卡、优惠券线上购买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团购/秒杀活动线上推广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开业营销节奏 + 门店执行清单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城星路新店4周全周期，每阶段门店要做什么一目了然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354485"/>
            <a:ext cx="1981200" cy="3285827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3068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8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开业前2周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57200" y="1722090"/>
            <a:ext cx="186537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蓄水期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57200" y="2028676"/>
            <a:ext cx="18653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【门店动作】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316212"/>
            <a:ext cx="1828800" cy="2247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装修围挡贴品牌海报+二维码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小程序上线，预注册送5元券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老板朋友圈发新店倒计时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老店收银台放新店预告卡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1354485"/>
            <a:ext cx="1981200" cy="3285827"/>
          </a:xfrm>
          <a:prstGeom prst="roundRect">
            <a:avLst>
              <a:gd name="adj" fmla="val 3077"/>
            </a:avLst>
          </a:prstGeom>
          <a:solidFill>
            <a:srgbClr val="E88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0800" y="143068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开业前1周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590800" y="1722090"/>
            <a:ext cx="186537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体验期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590800" y="2028676"/>
            <a:ext cx="18653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【门店动作】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590800" y="2316212"/>
            <a:ext cx="1828800" cy="2247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招募50位体验官免费试吃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收集反馈调整出品和流程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员工培训扫码点餐+储值话术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测试设备/打印/叫号全流程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8200" y="1621185"/>
            <a:ext cx="1981200" cy="2752427"/>
          </a:xfrm>
          <a:prstGeom prst="roundRect">
            <a:avLst>
              <a:gd name="adj" fmla="val 307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24400" y="169738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开业第1周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724400" y="1988790"/>
            <a:ext cx="186537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爆发期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24400" y="2295376"/>
            <a:ext cx="18653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【门店动作】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24400" y="2582912"/>
            <a:ext cx="1828800" cy="1714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团购套餐上线冲新店榜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每桌引导扫码注册会员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结账必推储值充100送12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朋友圈集赞/打卡送小食</a:t>
            </a:r>
            <a:endParaRPr lang="en-US" sz="1350" dirty="0"/>
          </a:p>
        </p:txBody>
      </p:sp>
      <p:pic>
        <p:nvPicPr>
          <p:cNvPr id="19" name="Image 0" descr="/tmp/rasterized-gradient-5d67b4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1487835"/>
            <a:ext cx="1981200" cy="301912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0" y="156403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第2-4周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6858000" y="1855440"/>
            <a:ext cx="186537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稳增期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858000" y="2162026"/>
            <a:ext cx="18653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【门店动作】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58000" y="2449562"/>
            <a:ext cx="1828800" cy="19812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7日未消费自动发唤醒券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每周查报表分析菜品排行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次卡推广锁定高频客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好评4.5分以上开点评展示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老店赋能新店：具体执行路径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萧山万象汇店的成功模式 → 城星路新店快速复制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28950" y="851446"/>
            <a:ext cx="742950" cy="247650"/>
          </a:xfrm>
          <a:prstGeom prst="roundRect">
            <a:avLst>
              <a:gd name="adj" fmla="val 24615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57538" y="908596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万象汇老店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924300" y="868561"/>
            <a:ext cx="777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52900" y="851446"/>
            <a:ext cx="838200" cy="247650"/>
          </a:xfrm>
          <a:prstGeom prst="roundRect">
            <a:avLst>
              <a:gd name="adj" fmla="val 24615"/>
            </a:avLst>
          </a:prstGeom>
          <a:solidFill>
            <a:srgbClr val="E88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0535" y="908596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连锁管控中心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0" y="868561"/>
            <a:ext cx="777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2100" y="851446"/>
            <a:ext cx="742950" cy="247650"/>
          </a:xfrm>
          <a:prstGeom prst="roundRect">
            <a:avLst>
              <a:gd name="adj" fmla="val 24615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0688" y="908596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城星路新店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2320230"/>
            <a:ext cx="2692301" cy="1811536"/>
          </a:xfrm>
          <a:prstGeom prst="roundRect">
            <a:avLst>
              <a:gd name="adj" fmla="val 3365"/>
            </a:avLst>
          </a:prstGeom>
          <a:solidFill>
            <a:srgbClr val="FFF8F0">
              <a:alpha val="8000"/>
            </a:srgbClr>
          </a:solidFill>
          <a:ln w="9525">
            <a:solidFill>
              <a:srgbClr val="FFF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725" y="2405955"/>
            <a:ext cx="2571268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老店需要做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" y="2560141"/>
            <a:ext cx="2520851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收银台放新店开业海报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消费满30元赠新店5元体验券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老会员群发新店开业通知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导出TOP10菜品销售数据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小程序首页加新店入口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25701" y="2320230"/>
            <a:ext cx="2692450" cy="1811536"/>
          </a:xfrm>
          <a:prstGeom prst="roundRect">
            <a:avLst>
              <a:gd name="adj" fmla="val 3365"/>
            </a:avLst>
          </a:prstGeom>
          <a:solidFill>
            <a:srgbClr val="FFF8F0">
              <a:alpha val="8000"/>
            </a:srgbClr>
          </a:solidFill>
          <a:ln w="9525">
            <a:solidFill>
              <a:srgbClr val="FFF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11426" y="2405955"/>
            <a:ext cx="257142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新店需要做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11426" y="2560141"/>
            <a:ext cx="25210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菜单直接复制老店畅销品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定价参考老店验证后的价格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储值/会员权益与老店保持一致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开业首周重点转化老店导流客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首月每周对比老店同期数据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70550" y="2320230"/>
            <a:ext cx="2692450" cy="1811536"/>
          </a:xfrm>
          <a:prstGeom prst="roundRect">
            <a:avLst>
              <a:gd name="adj" fmla="val 3365"/>
            </a:avLst>
          </a:prstGeom>
          <a:solidFill>
            <a:srgbClr val="FFF8F0">
              <a:alpha val="8000"/>
            </a:srgbClr>
          </a:solidFill>
          <a:ln w="9525">
            <a:solidFill>
              <a:srgbClr val="FFF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6275" y="2405955"/>
            <a:ext cx="257142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系统自动完成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56275" y="2560141"/>
            <a:ext cx="252100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会员数据双店自动同步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储值余额实时互通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积分跨店通兑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双店经营报表对比看板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7日未消费自动唤醒推送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投资回报分析 + 合作报价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4953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两店合计方案，优质门店专属优惠价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309836"/>
            <a:ext cx="4114800" cy="2302966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405086"/>
            <a:ext cx="400278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软件方案（年费）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76250" y="1568797"/>
            <a:ext cx="3924300" cy="1790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门店管理系统Pro — 收银+点餐+报表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连锁会员 — 会员双店互通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连锁小程序2.0 — 预点餐+外带+商城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数电发票 — 电子发票自动开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副收银+手机助手 — 多端协同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排队叫号 — 高峰期有序出餐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397597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 ¥10,745/店/年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3765203"/>
            <a:ext cx="4114800" cy="919758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3860453"/>
            <a:ext cx="400278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硬件配置（一次性）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4024164"/>
            <a:ext cx="6850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S4mini-pro一体机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138315" y="4024164"/>
            <a:ext cx="267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¥1,698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76250" y="4163169"/>
            <a:ext cx="4324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SC3扫码盒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209752" y="4163169"/>
            <a:ext cx="194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6250" y="4302175"/>
            <a:ext cx="7531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80C-pro后厨打印机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209752" y="4302175"/>
            <a:ext cx="194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¥270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476250" y="4445943"/>
            <a:ext cx="39243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4469755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单店合计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138315" y="4469755"/>
            <a:ext cx="267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¥2,068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48200" y="1770013"/>
            <a:ext cx="4114800" cy="813346"/>
          </a:xfrm>
          <a:prstGeom prst="roundRect">
            <a:avLst>
              <a:gd name="adj" fmla="val 7495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3638" y="188431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两店首年总投入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23638" y="2036713"/>
            <a:ext cx="396392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¥14,136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723638" y="2349103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软件¥10,000/年 + 硬件¥4,136（一次性）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48200" y="2735759"/>
            <a:ext cx="4114800" cy="919758"/>
          </a:xfrm>
          <a:prstGeom prst="roundRect">
            <a:avLst>
              <a:gd name="adj" fmla="val 6628"/>
            </a:avLst>
          </a:prstGeom>
          <a:solidFill>
            <a:srgbClr val="2B2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3450" y="2831009"/>
            <a:ext cx="400278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投资回报测算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43450" y="2994720"/>
            <a:ext cx="6120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扫码点餐省人力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8139410" y="2994720"/>
            <a:ext cx="5389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≈¥3,000/月/店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43450" y="3133725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储值锁客增收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8139410" y="3133725"/>
            <a:ext cx="5389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≈¥2,000/月/店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43450" y="3272730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会员复购提升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8139410" y="3272730"/>
            <a:ext cx="5389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≈¥1,500/月/店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743450" y="3416498"/>
            <a:ext cx="39243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3450" y="3440311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两店月增收益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8310711" y="3440311"/>
            <a:ext cx="3641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≈¥13,000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48200" y="3807916"/>
            <a:ext cx="4114800" cy="417016"/>
          </a:xfrm>
          <a:prstGeom prst="roundRect">
            <a:avLst>
              <a:gd name="adj" fmla="val 14618"/>
            </a:avLst>
          </a:prstGeom>
          <a:solidFill>
            <a:srgbClr val="E88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43450" y="3884116"/>
            <a:ext cx="4002786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约1个月回本！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43450" y="4028777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首年净收益≈¥142K，第二年起无硬件成本年费仅¥10,000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b1d97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7817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0" y="1077367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521273" y="1591717"/>
            <a:ext cx="21434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贪天小食·温州小馆 × 美团收银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191000" y="2121247"/>
            <a:ext cx="762000" cy="28575"/>
          </a:xfrm>
          <a:prstGeom prst="roundRect">
            <a:avLst>
              <a:gd name="adj" fmla="val 6666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101721" y="2492722"/>
            <a:ext cx="349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01721" y="275168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双店协同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3749421" y="2492722"/>
            <a:ext cx="349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749421" y="275168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4397121" y="2492722"/>
            <a:ext cx="349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97121" y="275168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会员互通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044821" y="2492722"/>
            <a:ext cx="349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44821" y="275168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开业护航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692521" y="2492722"/>
            <a:ext cx="349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92521" y="275168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快速回本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405188" y="3252639"/>
            <a:ext cx="2333625" cy="584746"/>
          </a:xfrm>
          <a:prstGeom prst="roundRect">
            <a:avLst>
              <a:gd name="adj" fmla="val 10425"/>
            </a:avLst>
          </a:prstGeom>
          <a:solidFill>
            <a:srgbClr val="C41E3A">
              <a:alpha val="20000"/>
            </a:srgbClr>
          </a:solidFill>
          <a:ln w="9525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663601" y="3376464"/>
            <a:ext cx="1816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8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期待与贪天小食携手共创数字化新篇章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663601" y="3561159"/>
            <a:ext cx="18167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FF8F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美团收银 · 连锁解决方案团队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76067" y="4142184"/>
            <a:ext cx="16235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i="1" dirty="0">
                <a:solidFill>
                  <a:srgbClr val="FFF8F0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"用数字化连接温州味道与每一位食客"</a:t>
            </a:r>
            <a:endParaRPr lang="en-US" sz="750" dirty="0"/>
          </a:p>
        </p:txBody>
      </p:sp>
    </p:spTree>
  </p:cSld>
  <p:clrMapOvr>
    <a:masterClrMapping/>
  </p:clrMapOvr>
</p:sld>
</file>

<file path=ppt/tableStyles.xml><?xml version="1.0" encoding="utf-8"?>
<a:tblStyleLst xmlns:a="http://schemas.openxmlformats.org/drawingml/2006/main" def="{5C22544A-7EE6-4342-B048-85BDC9FD1C3A}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