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文泉驿微米黑"/>
              </a:rPr>
              <a:t>pptx测试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BBDEFB"/>
                </a:solidFill>
                <a:latin typeface="文泉驿微米黑"/>
              </a:rPr>
              <a:t>数字化经营解决方案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0CAF9"/>
                </a:solidFill>
                <a:latin typeface="文泉驿微米黑"/>
              </a:rPr>
              <a:t>美团收银 | 茶饮会员营销解决方案 | 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0"/>
          <a:lstStyle/>
          <a:p>
            <a:pPr algn="l"/>
            <a:r>
              <a:rPr sz="2600" b="1">
                <a:solidFill>
                  <a:srgbClr val="FFFFFF"/>
                </a:solidFill>
                <a:latin typeface="文泉驿微米黑"/>
              </a:rPr>
              <a:t>🧋 品牌理解：茶饮赛道的机遇与挑战</a:t>
            </a:r>
          </a:p>
          <a:p>
            <a:pPr algn="l"/>
            <a:r>
              <a:rPr sz="1300">
                <a:solidFill>
                  <a:srgbClr val="BBDEFB"/>
                </a:solidFill>
                <a:latin typeface="文泉驿微米黑"/>
              </a:rPr>
              <a:t>人均¥30中高端茶饮 × 杭州上城区激烈竞争市场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D32F2F"/>
                </a:solidFill>
                <a:latin typeface="文泉驿微米黑"/>
              </a:rPr>
              <a:t>⚠️ 当前痛点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文泉驿微米黑"/>
              </a:rPr>
              <a:t>• 复购率低：新客转老客不到25%，一次性客流白白流失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文泉驿微米黑"/>
              </a:rPr>
              <a:t>• 会员沉睡：已有会员60%+超30天未到店，缺唤醒机制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文泉驿微米黑"/>
              </a:rPr>
              <a:t>• 高峰排队流失：下午茶时段等待超8min，约15%顾客放弃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文泉驿微米黑"/>
              </a:rPr>
              <a:t>• 零私域触达：顾客离店后零接触，纯靠自然到店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文泉驿微米黑"/>
              </a:rPr>
              <a:t>• 团购核销率低：点评券发出多、核销少，流量未转化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文泉驿微米黑"/>
              </a:rPr>
              <a:t>• 品牌辨识度弱：上城区茶饮密度高，「路过才买」非「专程来」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7D32"/>
                </a:solidFill>
                <a:latin typeface="文泉驿微米黑"/>
              </a:rPr>
              <a:t>🔥 赛道机遇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文泉驿微米黑"/>
              </a:rPr>
              <a:t>• 茶饮市场1,757亿，杭州新茶饮消费高频城市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文泉驿微米黑"/>
              </a:rPr>
              <a:t>• 养生茶+手作趋势兴起，¥30价格带是品质升级甜蜜点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文泉驿微米黑"/>
              </a:rPr>
              <a:t>• 杭州白领密集，下午茶刚需场景，复购潜力巨大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文泉驿微米黑"/>
              </a:rPr>
              <a:t>• 小红书/抖音种草成熟，茶饮天然适合社交传播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文泉驿微米黑"/>
              </a:rPr>
              <a:t>• 上城区写字楼+商场双客流，外卖堂食双渠道发力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文泉驿微米黑"/>
              </a:rPr>
              <a:t>• 竞品多但精细化运营少，会员营销差异化空间大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0"/>
          <a:lstStyle/>
          <a:p>
            <a:pPr algn="l"/>
            <a:r>
              <a:rPr sz="2600" b="1">
                <a:solidFill>
                  <a:srgbClr val="FFFFFF"/>
                </a:solidFill>
                <a:latin typeface="文泉驿微米黑"/>
              </a:rPr>
              <a:t>🏘️ 商圈竞品分析</a:t>
            </a:r>
          </a:p>
          <a:p>
            <a:pPr algn="l"/>
            <a:r>
              <a:rPr sz="1300">
                <a:solidFill>
                  <a:srgbClr val="BBDEFB"/>
                </a:solidFill>
                <a:latin typeface="文泉驿微米黑"/>
              </a:rPr>
              <a:t>上城区3公里内茶饮竞争格局——找到差异化切入点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🏪 古茗（工联CC店）  |  人均¥15  |  ⭐4.3分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   ✅ 优势：平价连锁、加料丰富、出杯快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   🎯 切入机会：品牌调性偏低，个性感不足→我们用品质+体验碾压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🏪 霸王茶姬（湖滨银泰）  |  人均¥20  |  ⭐4.6分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   ✅ 优势：原叶鲜奶定位清晰，品牌势能强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   🎯 切入机会：高峰出杯慢、会员运营弱→我们用会员自动化抢复购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79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🏪 晓麟家（凤起路）  |  人均¥18  |  ⭐4.4分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   ✅ 优势：杭州本土老牌，情怀复购稳定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   🎯 切入机会：产品创新慢，年轻客群流失→我们用上新+社交传播截流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12064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🏪 茉莉奶白（龙翔桥）  |  人均¥22  |  ⭐4.5分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   ✅ 优势：新中式定位清晰，茉莉花香记忆点强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   🎯 切入机会：门店少、排队长→我们用扫码预点+外卖弥补体验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  <a:latin typeface="文泉驿微米黑"/>
              </a:rPr>
              <a:t>💡 定位：¥30品质茶饮 × 精细化会员运营 × 高频复购锁客——做「长期关系」而非「一次性交易」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0"/>
          <a:lstStyle/>
          <a:p>
            <a:pPr algn="l"/>
            <a:r>
              <a:rPr sz="2600" b="1">
                <a:solidFill>
                  <a:srgbClr val="FFFFFF"/>
                </a:solidFill>
                <a:latin typeface="文泉驿微米黑"/>
              </a:rPr>
              <a:t>🎯 核心策略：三步打造高复购茶饮店</a:t>
            </a:r>
          </a:p>
          <a:p>
            <a:pPr algn="l"/>
            <a:r>
              <a:rPr sz="1300">
                <a:solidFill>
                  <a:srgbClr val="BBDEFB"/>
                </a:solidFill>
                <a:latin typeface="文泉驿微米黑"/>
              </a:rPr>
              <a:t>从「路过才买」到「专程来买」的系统性转变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47120" cy="1645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1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285F4"/>
                </a:solidFill>
                <a:latin typeface="文泉驿微米黑"/>
              </a:rPr>
              <a:t>🚀 策略一：爆品锚定 + 公域引爆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39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文泉驿微米黑"/>
              </a:rPr>
              <a:t>用1款记忆点产品撬动大众点评+小红书+抖音曝光，让新客「因为这杯茶专程来」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文泉驿微米黑"/>
              </a:rPr>
              <a:t>→ 目标：月新增到店客流+200人次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108960"/>
            <a:ext cx="11247120" cy="1645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7D32"/>
                </a:solidFill>
                <a:latin typeface="文泉驿微米黑"/>
              </a:rPr>
              <a:t>🔒 策略二：会员沉淀 + 储值锁客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文泉驿微米黑"/>
              </a:rPr>
              <a:t>扫码即入会→首杯体验→储值锁定→自动唤醒，把每个新客变成月均消费5次的回头客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文泉驿微米黑"/>
              </a:rPr>
              <a:t>→ 目标：首月新增会员300人、储值率15%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37760"/>
            <a:ext cx="11247120" cy="1645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074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6D00"/>
                </a:solidFill>
                <a:latin typeface="文泉驿微米黑"/>
              </a:rPr>
              <a:t>⚡ 策略三：营销自动化 + 持续激活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文泉驿微米黑"/>
              </a:rPr>
              <a:t>系统自动发券/提醒/唤醒，店员零操作，会员持续被激活复购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文泉驿微米黑"/>
              </a:rPr>
              <a:t>→ 目标：沉睡会员唤醒率30%+、月均复购频次从2次→4次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0"/>
          <a:lstStyle/>
          <a:p>
            <a:pPr algn="l"/>
            <a:r>
              <a:rPr sz="2600" b="1">
                <a:solidFill>
                  <a:srgbClr val="FFFFFF"/>
                </a:solidFill>
                <a:latin typeface="文泉驿微米黑"/>
              </a:rPr>
              <a:t>👥 会员旗舰版体系设计</a:t>
            </a:r>
          </a:p>
          <a:p>
            <a:pPr algn="l"/>
            <a:r>
              <a:rPr sz="1300">
                <a:solidFill>
                  <a:srgbClr val="BBDEFB"/>
                </a:solidFill>
                <a:latin typeface="文泉驿微米黑"/>
              </a:rPr>
              <a:t>扫码即入会 → 等级成长 → 权益递进 → 深度绑定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356616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73E8"/>
                </a:solidFill>
                <a:latin typeface="文泉驿微米黑"/>
              </a:rPr>
              <a:t>🌱 新芽会员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文泉驿微米黑"/>
              </a:rPr>
              <a:t>扫码即注册
零门槛入会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✅ 积分1倍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✅ 新客首杯加料免费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✅ 生日免费升杯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56616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73E8"/>
                </a:solidFill>
                <a:latin typeface="文泉驿微米黑"/>
              </a:rPr>
              <a:t>🍃 绿叶会员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8288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文泉驿微米黑"/>
              </a:rPr>
              <a:t>累计消费10杯
约消费¥300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4688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✅ 积分1.5倍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✅ 每月1张买一送一券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✅ 新品优先试喝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✅ 专属社群福利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280160"/>
            <a:ext cx="356616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73E8"/>
                </a:solidFill>
                <a:latin typeface="文泉驿微米黑"/>
              </a:rPr>
              <a:t>🏆 金桂会员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8288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文泉驿微米黑"/>
              </a:rPr>
              <a:t>累计消费30杯
约消费¥900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4688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✅ 积分2倍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✅ 专属储值折扣加倍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✅ 月度免费加料2次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✅ 生日免单1杯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✅ 季度限定周边优先兑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D00"/>
                </a:solidFill>
                <a:latin typeface="文泉驿微米黑"/>
              </a:rPr>
              <a:t>🏆 旗舰版独有能力（年费¥4,888）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120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文泉驿微米黑"/>
              </a:rPr>
              <a:t>★ 团购会员卡：大众点评买券即入会→公域新客自动沉淀为私域会员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文泉驿微米黑"/>
              </a:rPr>
              <a:t>★ 潜客营销：对「浏览未下单」「到店未消费」潜客精准推券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文泉驿微米黑"/>
              </a:rPr>
              <a:t>★ 裂变拉新：老带新自动发奖励，1个老客带3个新客入会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文泉驿微米黑"/>
              </a:rPr>
              <a:t>★ 任务中心：签到/集杯/分享任务→保持日常活跃→提升月均消费频次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0"/>
          <a:lstStyle/>
          <a:p>
            <a:pPr algn="l"/>
            <a:r>
              <a:rPr sz="2600" b="1">
                <a:solidFill>
                  <a:srgbClr val="FFFFFF"/>
                </a:solidFill>
                <a:latin typeface="文泉驿微米黑"/>
              </a:rPr>
              <a:t>💰 储值方案设计</a:t>
            </a:r>
          </a:p>
          <a:p>
            <a:pPr algn="l"/>
            <a:r>
              <a:rPr sz="1300">
                <a:solidFill>
                  <a:srgbClr val="BBDEFB"/>
                </a:solidFill>
                <a:latin typeface="文泉驿微米黑"/>
              </a:rPr>
              <a:t>人均¥30茶饮，储值档位「够得着、用得完、愿意充」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3E8"/>
                </a:solidFill>
                <a:latin typeface="文泉驿微米黑"/>
              </a:rPr>
              <a:t>储值档位设计（主推¥150档 = 5杯用完，心理负担最小）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文泉驿微米黑"/>
              </a:rPr>
              <a:t>  入门档：充¥88送¥8（≈9.1折）→ 3杯用完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D00"/>
                </a:solidFill>
                <a:latin typeface="文泉驿微米黑"/>
              </a:rPr>
              <a:t>  ⭐主推档：充¥150送¥20（≈8.8折）→ 5杯用完  👈 员工必推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文泉驿微米黑"/>
              </a:rPr>
              <a:t>  进阶档：充¥300送¥50（≈8.6折）→ 10杯用完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文泉驿微米黑"/>
              </a:rPr>
              <a:t>  VIP档：充¥500送¥100（≈8.3折）→ 17杯用完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3E8"/>
                </a:solidFill>
                <a:latin typeface="文泉驿微米黑"/>
              </a:rPr>
              <a:t>💡 为什么主推¥150档？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✓ 心理负担小：5杯约2周用完，不会「充了用不掉」产生抗拒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✓ 折扣感知强：赠¥20 = 多送1杯还多，顾客觉得「赚到了」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✓ 复购锁定：充值后2周内到店5次，复购习惯自然形成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✓ 储值话术：「您今天消费¥32，充¥150刚好够喝5次，还多送¥20，下次扫码直接扣」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0"/>
          <a:lstStyle/>
          <a:p>
            <a:pPr algn="l"/>
            <a:r>
              <a:rPr sz="2600" b="1">
                <a:solidFill>
                  <a:srgbClr val="FFFFFF"/>
                </a:solidFill>
                <a:latin typeface="文泉驿微米黑"/>
              </a:rPr>
              <a:t>🔄 公私域联动闭环</a:t>
            </a:r>
          </a:p>
          <a:p>
            <a:pPr algn="l"/>
            <a:r>
              <a:rPr sz="1300">
                <a:solidFill>
                  <a:srgbClr val="BBDEFB"/>
                </a:solidFill>
                <a:latin typeface="文泉驿微米黑"/>
              </a:rPr>
              <a:t>公域获客 → 到店转化 → 私域留存 → 自动复购 → 口碑裂变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73E8"/>
                </a:solidFill>
                <a:latin typeface="文泉驿微米黑"/>
              </a:rPr>
              <a:t>🌐 公域引流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大众点评：冲4.5分+团购套餐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  → 9.9元体验券引流到店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小红书：月4篇打卡笔记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  → 季节限定款出片内容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抖音：短视频+爆品团购券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  → 「这杯只属于这个季节」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73E8"/>
                </a:solidFill>
                <a:latin typeface="文泉驿微米黑"/>
              </a:rPr>
              <a:t>🏪 到店转化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团购核销→扫码点餐→自动入会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  （团购会员卡：买券=入会）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首杯体验：新客加料免费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  → 扫码弹窗自动发放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好评引导：结账后弹好评页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  → 好评送¥3券下次用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73E8"/>
                </a:solidFill>
                <a:latin typeface="文泉驿微米黑"/>
              </a:rPr>
              <a:t>🔒 私域留存+自动复购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会员自动分层→精准推送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储值锁客：结账话术推¥150档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沉睡唤醒：7天未到店自动推券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生日营销：当天免费升杯提醒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季节上新：会员优先通知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裂变：老带新各得¥5券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6D00"/>
                </a:solidFill>
                <a:latin typeface="文泉驿微米黑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6D00"/>
                </a:solidFill>
                <a:latin typeface="文泉驿微米黑"/>
              </a:rPr>
              <a:t>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0"/>
          <a:lstStyle/>
          <a:p>
            <a:pPr algn="l"/>
            <a:r>
              <a:rPr sz="2600" b="1">
                <a:solidFill>
                  <a:srgbClr val="FFFFFF"/>
                </a:solidFill>
                <a:latin typeface="文泉驿微米黑"/>
              </a:rPr>
              <a:t>📅 首月营销节奏（4周执行计划）</a:t>
            </a:r>
          </a:p>
          <a:p>
            <a:pPr algn="l"/>
            <a:r>
              <a:rPr sz="1300">
                <a:solidFill>
                  <a:srgbClr val="BBDEFB"/>
                </a:solidFill>
                <a:latin typeface="文泉驿微米黑"/>
              </a:rPr>
              <a:t>每周有目标、每天有动作、系统自动执行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  <a:latin typeface="文泉驿微米黑"/>
              </a:rPr>
              <a:t>🌱 第1周：蓄水启动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645920"/>
            <a:ext cx="2834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文泉驿微米黑"/>
              </a:rPr>
              <a:t>✅ 会员系统上线+全员培训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文泉驿微米黑"/>
              </a:rPr>
              <a:t>✅ 储值活动海报上架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文泉驿微米黑"/>
              </a:rPr>
              <a:t>✅ 扫码点餐弹窗配置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文泉驿微米黑"/>
              </a:rPr>
              <a:t>✅ 大众点评团购上架9.9体验券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文泉驿微米黑"/>
              </a:rPr>
              <a:t>✅ 小红书首篇种草发布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文泉驿微米黑"/>
              </a:rPr>
              <a:t>🎯 目标：入会80人、储值10笔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39" y="11887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  <a:latin typeface="文泉驿微米黑"/>
              </a:rPr>
              <a:t>🔥 第2周：体验引爆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39" y="1645920"/>
            <a:ext cx="2834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文泉驿微米黑"/>
              </a:rPr>
              <a:t>✅ 「隐藏菜单」社群暗号活动上线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文泉驿微米黑"/>
              </a:rPr>
              <a:t>✅ 第二杯半价（14-17时）启动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文泉驿微米黑"/>
              </a:rPr>
              <a:t>✅ 抖音短视频发布（爆品制作过程）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文泉驿微米黑"/>
              </a:rPr>
              <a:t>✅ 大众点评好评引导开始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文泉驿微米黑"/>
              </a:rPr>
              <a:t>✅ 集杯换周边活动启动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文泉驿微米黑"/>
              </a:rPr>
              <a:t>🎯 目标：入会150人、日均杯量+15%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59" y="11887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  <a:latin typeface="文泉驿微米黑"/>
              </a:rPr>
              <a:t>📣 第3周：口碑扩散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59" y="1645920"/>
            <a:ext cx="2834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文泉驿微米黑"/>
              </a:rPr>
              <a:t>✅ 小红书第2篇笔记发布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文泉驿微米黑"/>
              </a:rPr>
              <a:t>✅ 老带新裂变活动上线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文泉驿微米黑"/>
              </a:rPr>
              <a:t>✅ 季节限定款上架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文泉驿微米黑"/>
              </a:rPr>
              <a:t>✅ 社群每周口味投票开始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文泉驿微米黑"/>
              </a:rPr>
              <a:t>✅ 沉睡唤醒首批自动触发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文泉驿微米黑"/>
              </a:rPr>
              <a:t>🎯 目标：累计会员250人、评分冲4.3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11887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  <a:latin typeface="文泉驿微米黑"/>
              </a:rPr>
              <a:t>📊 第4周：稳增复盘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1645920"/>
            <a:ext cx="2834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文泉驿微米黑"/>
              </a:rPr>
              <a:t>✅ 储值二次推广（社群专享加赠）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文泉驿微米黑"/>
              </a:rPr>
              <a:t>✅ 数据复盘：杯量/储值/复购率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文泉驿微米黑"/>
              </a:rPr>
              <a:t>✅ 月度最佳特调投票上正式菜单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文泉驿微米黑"/>
              </a:rPr>
              <a:t>✅ 会员消费数据分析→下月计划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文泉驿微米黑"/>
              </a:rPr>
              <a:t>✅ 好评数冲刺（目标20条新好评）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文泉驿微米黑"/>
              </a:rPr>
              <a:t>🎯 目标：月底会员300+、储值¥15,000+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0"/>
          <a:lstStyle/>
          <a:p>
            <a:pPr algn="l"/>
            <a:r>
              <a:rPr sz="2600" b="1">
                <a:solidFill>
                  <a:srgbClr val="FFFFFF"/>
                </a:solidFill>
                <a:latin typeface="文泉驿微米黑"/>
              </a:rPr>
              <a:t>📊 OKR量化目标</a:t>
            </a:r>
          </a:p>
          <a:p>
            <a:pPr algn="l"/>
            <a:r>
              <a:rPr sz="1300">
                <a:solidFill>
                  <a:srgbClr val="BBDEFB"/>
                </a:solidFill>
                <a:latin typeface="文泉驿微米黑"/>
              </a:rPr>
              <a:t>可衡量、可追踪、可复盘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73E8"/>
                </a:solidFill>
                <a:latin typeface="文泉驿微米黑"/>
              </a:rPr>
              <a:t>月度核心目标（首月）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645920"/>
            <a:ext cx="11430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│  指标              │  当前（假设）    │  首月目标     │  3月目标      │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├─────────────────────────────────────────────────────────────┤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│  月营收             │  ¥45,000       │  ¥58,000     │  ¥72,000     │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│  日均杯量           │  50杯          │  65杯        │  80杯        │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│  大众点评评分        │  未知          │  4.3分       │  4.5分       │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│  会员总数           │  0             │  300人       │  800人       │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│  储值余额           │  ¥0            │  ¥15,000     │  ¥45,000     │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│  月复购率           │  &lt;25%          │  40%         │  55%         │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│  外卖+团购核销占比   │  未知          │  30%         │  40%         │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└─────────────────────────────────────────────────────────────┘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D00"/>
                </a:solidFill>
                <a:latin typeface="文泉驿微米黑"/>
              </a:rPr>
              <a:t>⚠️ 假设说明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949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666666"/>
                </a:solidFill>
                <a:latin typeface="文泉驿微米黑"/>
              </a:rPr>
              <a:t>• 当前月营收¥45,000基于人均¥30×日均50杯×30天推算（信息不足，合理假设）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666666"/>
                </a:solidFill>
                <a:latin typeface="文泉驿微米黑"/>
              </a:rPr>
              <a:t>• 首月目标月营收¥58,000 = 日均65杯×¥30×30天（杯量提升30%）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666666"/>
                </a:solidFill>
                <a:latin typeface="文泉驿微米黑"/>
              </a:rPr>
              <a:t>• 增量来源：公域引流新客+200人次/月（¥6,000）+ 储值复购提升+¥4,000 + 会员唤醒+¥3,000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666666"/>
                </a:solidFill>
                <a:latin typeface="文泉驿微米黑"/>
              </a:rPr>
              <a:t>• 月增收合计约¥13,000（与ROI测算一致）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0"/>
          <a:lstStyle/>
          <a:p>
            <a:pPr algn="l"/>
            <a:r>
              <a:rPr sz="2600" b="1">
                <a:solidFill>
                  <a:srgbClr val="FFFFFF"/>
                </a:solidFill>
                <a:latin typeface="文泉驿微米黑"/>
              </a:rPr>
              <a:t>💰 投资回报分析</a:t>
            </a:r>
          </a:p>
          <a:p>
            <a:pPr algn="l"/>
            <a:r>
              <a:rPr sz="1300">
                <a:solidFill>
                  <a:srgbClr val="BBDEFB"/>
                </a:solidFill>
                <a:latin typeface="文泉驿微米黑"/>
              </a:rPr>
              <a:t>花多少？赚多少？多久回本？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73E8"/>
                </a:solidFill>
                <a:latin typeface="文泉驿微米黑"/>
              </a:rPr>
              <a:t>📋 投入明细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软件年费：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  • 会员旗舰版：¥4,888/年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  • 营销工具（已签约）：含在现有合同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/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运营成本（月均）：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  • 储值赠送成本：约¥1,500/月（按储值¥15,000×赠送比例13%）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  • 团购引流让利：约¥800/月（9.9体验券×80张核销）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  • 周边物料：约¥300/月（集杯卡+杯套+海报）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  • 小红书/抖音内容：¥0（自产内容）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/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首年总投入：¥4,888 + ¥2,600×12 = ≈¥36,088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7D32"/>
                </a:solidFill>
                <a:latin typeface="文泉驿微米黑"/>
              </a:rPr>
              <a:t>📈 月增收测算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增收来源                         月增收额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━━━━━━━━━━━━━━━━━━━━━━━━━━━━━━━━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① 公域引流新客（+200人次×¥30）    +¥6,000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② 储值复购提升（15%储值率锁客）     +¥4,000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③ 会员唤醒复购（沉睡客回流）        +¥3,000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━━━━━━━━━━━━━━━━━━━━━━━━━━━━━━━━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合计月增收                        +¥13,000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/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月净增利润 = ¥13,000 - ¥2,600运营成本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          = ¥10,400/月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/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💡 回本周期：¥4,888 ÷ ¥10,400 ≈ 0.5个月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   → 首月即可回本！第2月起纯增利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6D00"/>
                </a:solidFill>
                <a:latin typeface="文泉驿微米黑"/>
              </a:rPr>
              <a:t>🎯 月增收¥13,000 | 月净增利¥10,400 | 年增利¥124,800 | 首月回本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0"/>
          <a:lstStyle/>
          <a:p>
            <a:pPr algn="l"/>
            <a:r>
              <a:rPr sz="2600" b="1">
                <a:solidFill>
                  <a:srgbClr val="FFFFFF"/>
                </a:solidFill>
                <a:latin typeface="文泉驿微米黑"/>
              </a:rPr>
              <a:t>✨ 峰终定律：顾客体验设计</a:t>
            </a:r>
          </a:p>
          <a:p>
            <a:pPr algn="l"/>
            <a:r>
              <a:rPr sz="1300">
                <a:solidFill>
                  <a:srgbClr val="BBDEFB"/>
                </a:solidFill>
                <a:latin typeface="文泉驿微米黑"/>
              </a:rPr>
              <a:t>顾客只记「最爽瞬间」和「走时感觉」——把资源集中在这两个点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3E8"/>
                </a:solidFill>
                <a:latin typeface="文泉驿微米黑"/>
              </a:rPr>
              <a:t>⚡ 峰值触点（制造「哇」的瞬间）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① 新客首杯弹窗惊喜：扫码点餐自动弹「新客专享：本单加料免费」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   → 成本¥0（系统自动），转化率预估+20%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/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② 隐藏菜单暗号：社群每周公布暗号，到店说出解锁秘密饮品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   → 成本¥0（现有原料），社群活跃度+50%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/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③ 小概率惊喜：每10单随机1单弹「恭喜！本单加料全免」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   → 成本&lt;¥2/次，制造社交传播素材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文泉驿微米黑"/>
              </a:rPr>
              <a:t>🌙 终值触点（走时留下好印象）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① 结账即时反馈：自动显示「本单已省¥X元（会员价）」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   → 成本¥0（系统功能），增强「值了」感知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/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② 好评自动引导：结账后弹好评页→评价送¥3下次券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   → 成本¥3/条好评，但每条好评值¥50+新客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/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③ 储值推荐：POS弹储值页+员工一句话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   话术：「充150送20，够喝5次，下次扫码直接扣」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文泉驿微米黑"/>
              </a:rPr>
              <a:t>   → 成本¥0，储值转化率目标15%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文泉驿微米黑"/>
              </a:rPr>
              <a:t>💡 原则：零/极低额外成本，嵌入现有服务流程，单次成本&lt;客单价3%（&lt;¥1）
所有触点均通过SaaS系统自动执行，店员无需额外操作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文泉驿微米黑"/>
              </a:rPr>
              <a:t>pptx测试 × 美团收银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BBDEFB"/>
                </a:solidFill>
                <a:latin typeface="文泉驿微米黑"/>
              </a:rPr>
              <a:t>让每一杯茶都连接一位回头客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0CAF9"/>
                </a:solidFill>
                <a:latin typeface="文泉驿微米黑"/>
              </a:rPr>
              <a:t>📱 扫码点餐提效  |  👥 会员精准运营  |  💰 储值锁定复购  |  📊 数据驱动增长  |  🔄 公私域联动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0CAF9"/>
                </a:solidFill>
                <a:latin typeface="文泉驿微米黑"/>
              </a:rPr>
              <a:t>美团餐饮SaaS运营策划团队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B5F6"/>
                </a:solidFill>
                <a:latin typeface="文泉驿微米黑"/>
              </a:rPr>
              <a:t>2026年5月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