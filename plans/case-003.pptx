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4C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日至初 Sunrise 咖啡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D700"/>
                </a:solidFill>
                <a:latin typeface="Microsoft YaHei"/>
              </a:defRPr>
            </a:pPr>
            <a:r>
              <a:t>咖啡 x 服饰 x 果礼培训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生活方式体验空间 - 数字化运营全案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杭州 丁兰街道丁群街418号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美团餐饮SaaS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D4C41"/>
                </a:solidFill>
                <a:latin typeface="Microsoft YaHei"/>
              </a:defRPr>
            </a:pPr>
            <a:r>
              <a:t>品牌理解：不只是咖啡店，是生活方式体验空间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咖啡是流量入口 &gt; 服饰+培训是利润增长点 &gt; 私域流量是核心壁垒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3474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6D4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0292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[咖啡] 高频流量入口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客单价20-40元，日均30-50杯</a:t>
            </a:r>
          </a:p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每天到店=自然流量基础</a:t>
            </a:r>
          </a:p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外带/外卖扩大辐射半径</a:t>
            </a:r>
          </a:p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支付后促评&gt;点评星级积累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3474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474720" cy="502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89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[服饰] 中高客单利润池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客单价100-500+元，毛利率高</a:t>
            </a:r>
          </a:p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咖啡客户逛店自然转化</a:t>
            </a:r>
          </a:p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培训学员结业推荐穿搭</a:t>
            </a:r>
          </a:p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季节上新创造回店场景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474720" cy="34747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4747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389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[培训] 深度粘性引擎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课程200-800元/次，复购强</a:t>
            </a:r>
          </a:p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老板=培训IP核心竞争力</a:t>
            </a:r>
          </a:p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学员&gt;社群&gt;口碑裂变</a:t>
            </a:r>
          </a:p>
          <a:p>
            <a:pPr>
              <a:spcBef>
                <a:spcPts val="8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私域流量的源头和发动机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核心：老板自带培训IP+私域流量，新店从1到100。三业态交叉引流、交叉复购是最大壁垒。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9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91E8"/>
                </a:solidFill>
                <a:latin typeface="Microsoft YaHei"/>
              </a:defRPr>
            </a:pPr>
            <a:r>
              <a:t>商圈洞察：丁兰街道 三业态机会分析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丁群街418号 | 核心居住区 | 周边小区+学校资源丰富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2560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6D4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D4C41"/>
                </a:solidFill>
                <a:latin typeface="Microsoft YaHei"/>
              </a:defRPr>
            </a:pPr>
            <a:r>
              <a:t>[咖啡]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10512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丁兰咖啡密度低竞争小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白领+宝妈日常需求旺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社区咖啡复购率高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客单适配15-30元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2560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Microsoft YaHei"/>
              </a:defRPr>
            </a:pPr>
            <a:r>
              <a:t>[服饰]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10512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社区缺有调性独立服饰店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培训+咖啡客群自然导流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试衣+咖啡提升停留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库存和上新是关键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74720" cy="25603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[培训]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10512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果礼需求稳定（节日/兴趣）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老板有IP获客成本低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课程拉高客单和停留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排课需与高峰错峰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91E8"/>
                </a:solidFill>
                <a:latin typeface="Microsoft YaHei"/>
              </a:defRPr>
            </a:pPr>
            <a:r>
              <a:t>一个空间 x 三种消费场景 x 三组客群互通 = 坪效最大化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9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91E8"/>
                </a:solidFill>
                <a:latin typeface="Microsoft YaHei"/>
              </a:defRPr>
            </a:pPr>
            <a:r>
              <a:t>美团收银：一台设备管三个业态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咖啡出品+服饰零售+培训课程，一套系统搞定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43200" cy="2926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79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91E8"/>
                </a:solidFill>
                <a:latin typeface="Microsoft YaHei"/>
              </a:defRPr>
            </a:pPr>
            <a:r>
              <a:t>[扫码点餐-咖啡]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10512"/>
            <a:ext cx="2468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自助下单减少排队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支付后弹评价入口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外带预点单即取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日均省1-2人工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371600"/>
            <a:ext cx="2743200" cy="2926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79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91E8"/>
                </a:solidFill>
                <a:latin typeface="Microsoft YaHei"/>
              </a:defRPr>
            </a:pPr>
            <a:r>
              <a:t>[零售收银-服饰]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10512"/>
            <a:ext cx="2468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条码扫码结账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库存实时查看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会员价自动折扣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退换货管理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743200" cy="2926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79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91E8"/>
                </a:solidFill>
                <a:latin typeface="Microsoft YaHei"/>
              </a:defRPr>
            </a:pPr>
            <a:r>
              <a:t>[预约管理-培训]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10512"/>
            <a:ext cx="2468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在线预约自动排期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课时卡消课记录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学员档案管理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培训收入分账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743200" cy="2926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79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91E8"/>
                </a:solidFill>
                <a:latin typeface="Microsoft YaHei"/>
              </a:defRPr>
            </a:pPr>
            <a:r>
              <a:t>[统一报表]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10512"/>
            <a:ext cx="2468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三业态分类报表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日/周/月营收对比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各业态贡献占比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库存预警提醒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Microsoft YaHei"/>
              </a:defRPr>
            </a:pPr>
            <a:r>
              <a:t>智能版收银 1999元/年，日均不到5.5元，管三个业态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Microsoft YaHei"/>
              </a:defRPr>
            </a:pPr>
            <a:r>
              <a:t>商家小程序：私域流量的数字化承接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已有私域粉丝&gt;小程序让私域变成可追踪、可复购、可裂变的数字资产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47472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[私域&gt;小程序]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粉丝群直推小程序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一键下单/预约/浏览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减少流失环节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47472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[预点单+外卖]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1907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线上点到店免等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外卖3km覆盖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周期订购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47472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[课程预约]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719072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在线选课报名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余位实时显示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自动课前提醒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3474720" cy="15544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[营销推送]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22192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新品/开课推送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生日券+节日触达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383280"/>
            <a:ext cx="3474720" cy="15544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[裂变工具]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822192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2人拼课8折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邀好友得咖啡券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学员推荐返积分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383280"/>
            <a:ext cx="3474720" cy="15544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[数据闭环]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822192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消费行为全追踪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精准复购提醒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Microsoft YaHei"/>
              </a:defRPr>
            </a:pPr>
            <a:r>
              <a:t>核心：私域不再只是微信群聊天，而是可运营、可变现、可裂变的数字资产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1FA2"/>
                </a:solidFill>
                <a:latin typeface="Microsoft YaHei"/>
              </a:defRPr>
            </a:pPr>
            <a:r>
              <a:t>会员体系(1/3)：三业态交叉权益设计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一张会员卡通三业态，每个业态都在为其他业态导流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6576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D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657600" cy="640080"/>
          </a:xfrm>
          <a:prstGeom prst="rect">
            <a:avLst/>
          </a:prstGeom>
          <a:solidFill>
            <a:srgbClr val="BD8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Sunrise友（铜牌）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27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EECC"/>
                </a:solidFill>
                <a:latin typeface="Microsoft YaHei"/>
              </a:defRPr>
            </a:pPr>
            <a:r>
              <a:t>注册即享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[咖啡] 9.5折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[服饰] 新品提前预览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[培训] 首课7折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[生日] 免费手冲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积分1x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280160"/>
            <a:ext cx="36576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09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657600" cy="640080"/>
          </a:xfrm>
          <a:prstGeom prst="rect">
            <a:avLst/>
          </a:prstGeom>
          <a:solidFill>
            <a:srgbClr val="909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298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Sunrise伴（银牌）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27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EECC"/>
                </a:solidFill>
                <a:latin typeface="Microsoft YaHei"/>
              </a:defRPr>
            </a:pPr>
            <a:r>
              <a:t>累计消费满500元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[咖啡] 9折+每月特调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[服饰] 9折+换季优先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[培训] 8.5折+优先排课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[生日] 全场8.5折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积分1.5x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6576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65760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2984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Sunrise家人（金牌）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27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EECC"/>
                </a:solidFill>
                <a:latin typeface="Microsoft YaHei"/>
              </a:defRPr>
            </a:pPr>
            <a:r>
              <a:t>累计消费满2000元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[咖啡] 8.5折+每周赠饮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[服饰] 8折+穿搭建议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[培训] 8折+带友同行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[生日] 8折+惊喜礼</a:t>
            </a:r>
          </a:p>
          <a:p>
            <a:pPr>
              <a:spcBef>
                <a:spcPts val="1000"/>
              </a:spcBef>
              <a:defRPr sz="1200">
                <a:solidFill>
                  <a:srgbClr val="1D1D1D"/>
                </a:solidFill>
                <a:latin typeface="Microsoft YaHei"/>
              </a:defRPr>
            </a:pPr>
            <a:r>
              <a:t>积分2x+VIP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Microsoft YaHei"/>
              </a:defRPr>
            </a:pPr>
            <a:r>
              <a:t>咖啡高频驱动升级&gt;高等级享更多跨业态权益&gt;培训和服饰消费自然提升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1FA2"/>
                </a:solidFill>
                <a:latin typeface="Microsoft YaHei"/>
              </a:defRPr>
            </a:pPr>
            <a:r>
              <a:t>会员体系(2/3)：跨业态储值锁客方案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一笔储值三业态通用，锁定未来3-6个月消费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743200" cy="27432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Microsoft YaHei"/>
              </a:defRPr>
            </a:pPr>
            <a:r>
              <a:t>轻享卡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充200送20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约12杯咖啡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可抵服饰/培训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有效期6个月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80160"/>
            <a:ext cx="2743200" cy="27432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Microsoft YaHei"/>
              </a:defRPr>
            </a:pPr>
            <a:r>
              <a:t>悦享卡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充500送80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0312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约30杯咖啡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赠体验课1节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有效期12个月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27432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Microsoft YaHei"/>
              </a:defRPr>
            </a:pPr>
            <a:r>
              <a:t>至享卡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充1000送200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全年咖啡自由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培训8折锁定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有效期18个月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280160"/>
            <a:ext cx="2743200" cy="27432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Microsoft YaHei"/>
              </a:defRPr>
            </a:pPr>
            <a:r>
              <a:t>尊享卡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充2000送500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10312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三业态折上折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定制果礼1份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有效期24个月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06240"/>
            <a:ext cx="11612880" cy="7315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1FA2"/>
                </a:solidFill>
                <a:latin typeface="Microsoft YaHei"/>
              </a:defRPr>
            </a:pPr>
            <a:r>
              <a:t>预估：30%到店客户储值 月新增45人x350=15750元 锁定47250元未来消费 复购率+60%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B1FA2"/>
                </a:solidFill>
                <a:latin typeface="Microsoft YaHei"/>
              </a:defRPr>
            </a:pPr>
            <a:r>
              <a:t>会员体系(3/3)：积分互通 x 裂变 x 私域运营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每个客户=传播节点，每次消费=连锁反应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657600" cy="2103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1FA2"/>
                </a:solidFill>
                <a:latin typeface="Microsoft YaHei"/>
              </a:defRPr>
            </a:pPr>
            <a:r>
              <a:t>[积分互通]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咖啡1元=1分 | 服饰1元=1.5分 | 培训1元=2分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100分=5元咖啡券/10元服饰券/20元培训抵扣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500分兑培训体验课/800分兑果礼材料包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月榜TOP10送限定礼品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657600" cy="2103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Microsoft YaHei"/>
              </a:defRPr>
            </a:pPr>
            <a:r>
              <a:t>[裂变机制]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719072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老带新：双方各得50积分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拼团：2人培训课8折/3人7折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分享有礼：晒图@门店领咖啡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学员推荐新学员返50元储值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657600" cy="2103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[私域&gt;会员]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719072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粉丝群&gt;推小程序注册会员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到店扫码&gt;加企微&gt;入社群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每周会员日：社群专属价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节日：社群预热&gt;下单&gt;核销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657600"/>
            <a:ext cx="5577840" cy="1920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749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97B"/>
                </a:solidFill>
                <a:latin typeface="Microsoft YaHei"/>
              </a:defRPr>
            </a:pPr>
            <a:r>
              <a:t>[会员活动日历]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周二 咖啡品鉴日：会员免费试新品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每月1号 上新日：服饰+咖啡新品首发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每月15号 会员日：全场8.8折+双倍积分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每季度 果礼沙龙：会员专属培训活动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57600"/>
            <a:ext cx="5669280" cy="1920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749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2F2F"/>
                </a:solidFill>
                <a:latin typeface="Microsoft YaHei"/>
              </a:defRPr>
            </a:pPr>
            <a:r>
              <a:t>[会员KPI]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096512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月新增200人（首月冲500）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会员消费占比60%+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储值转化率30%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裂变系数：1老会员&gt;1.5新客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6C00"/>
                </a:solidFill>
                <a:latin typeface="Microsoft YaHei"/>
              </a:defRPr>
            </a:pPr>
            <a:r>
              <a:t>开业引爆：私域预热&gt;开业引爆&gt;公域扩量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不是从0冷启动，而是从1到100的加速跑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743200" cy="38404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4572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W-2 预热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私域倒计时海报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预售储值充200送50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装修vlog发朋友圈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老学员VIP内测邀请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小程序提前上线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80160"/>
            <a:ext cx="2743200" cy="38404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2743200" cy="4572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W1 引爆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4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开业到店送手冲1杯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打卡发点评送甜点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免费体验课抢30名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服饰满300减50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目标：日客流100+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38404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W2-3 蓄势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2024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每日特价咖啡轮换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点评团购19.9元上线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达人探店2-3人次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差评48h回复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目标：累计评价30+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280160"/>
            <a:ext cx="2743200" cy="38404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280160"/>
            <a:ext cx="274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W4+ 稳定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920240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会员日品鉴日常态化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培训每周2-3节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小程序+社群推活动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复盘优化三业态配比</a:t>
            </a:r>
          </a:p>
          <a:p>
            <a:pPr>
              <a:spcBef>
                <a:spcPts val="7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目标：月营收稳定增长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9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91E8"/>
                </a:solidFill>
                <a:latin typeface="Microsoft YaHei"/>
              </a:defRPr>
            </a:pPr>
            <a:r>
              <a:t>大众点评运营(1/2)：新店冲星攻略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前3个月是黄金窗口期，从0评价到4.0+星级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5669280" cy="2103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79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91E8"/>
                </a:solidFill>
                <a:latin typeface="Microsoft YaHei"/>
              </a:defRPr>
            </a:pPr>
            <a:r>
              <a:t>[星级五大因子]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1.诚信度：刷评直接剔除+7天不计星（红线）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2.时间衰减：近期评价权重最高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3.评价质量：100字+3图=优质评价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4.评价数量：持续积累是关键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5.用户因子：老饕评价比新号值钱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669280" cy="2103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2F2F"/>
                </a:solidFill>
                <a:latin typeface="Microsoft YaHei"/>
              </a:defRPr>
            </a:pPr>
            <a:r>
              <a:t>[红线 vs 合规方法]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X 好评返现/送礼品/折扣换评价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X 刷评/亲友代写/员工自评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&gt; 扫码支付后自动弹评价入口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&gt; 设拍照打卡角，顾客自发分享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&gt; 极致服务感动顾客主动写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3657600" cy="2286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749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Microsoft YaHei"/>
              </a:defRPr>
            </a:pPr>
            <a:r>
              <a:t>[团购套餐（三业态组合）]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96512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A 单人尝鲜：美式+小点心 19.9元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B 闺蜜下午茶：2拿铁+甜品 49.9元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C 果礼体验：咖啡+体验课 99元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D 生活方式：咖啡+服饰券+课程 199元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657600"/>
            <a:ext cx="3657600" cy="2286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749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[出片点设计]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096512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吧台区：手冲制作（仪式感）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窗边座位：自然光+咖啡摆拍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服饰区：试衣镜+打卡墙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培训区：果礼作品展示角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门头：品牌logo打卡点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657600"/>
            <a:ext cx="3657600" cy="2286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749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1FA2"/>
                </a:solidFill>
                <a:latin typeface="Microsoft YaHei"/>
              </a:defRPr>
            </a:pPr>
            <a:r>
              <a:t>[30/60/90天目标]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096512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30天：20条评价 出星级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60天：冲4.0星+会员200人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90天：4.0+稳定+自然流量增长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关键：优质评价占比50%+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团购核销率目标：70%+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9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91E8"/>
                </a:solidFill>
                <a:latin typeface="Microsoft YaHei"/>
              </a:defRPr>
            </a:pPr>
            <a:r>
              <a:t>大众点评运营(2/2)：评价管理 x SaaS联动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每个SaaS工具都在为点评星级加分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5669280" cy="2103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32F2F"/>
                </a:solidFill>
                <a:latin typeface="Microsoft YaHei"/>
              </a:defRPr>
            </a:pPr>
            <a:r>
              <a:t>[差评处理SOP（48小时）]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Step1 评价专家实时推送差评到手机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Step2 判断：真实 or 恶意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Step3 真实&gt;AI个性化回复&gt;赠券挽回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Step4 恶意&gt;AI一键申诉&gt;提供证据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目标：48h回复率100%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669280" cy="2103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79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91E8"/>
                </a:solidFill>
                <a:latin typeface="Microsoft YaHei"/>
              </a:defRPr>
            </a:pPr>
            <a:r>
              <a:t>[评价专家 698元/年]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全渠道评价聚合（点评+美团+饿了么）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好评自动回复，提升店铺评分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差评秒级推送到手机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AI回复话术生成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恶意差评一键申诉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11612880" cy="2103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7490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897B"/>
                </a:solidFill>
                <a:latin typeface="Microsoft YaHei"/>
              </a:defRPr>
            </a:pPr>
            <a:r>
              <a:t>[SaaS x 点评 联动闭环]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96512"/>
            <a:ext cx="11338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扫码点餐 &gt; 支付后弹评价入口 &gt; 日均多5-10条评价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评价专家 &gt; 全渠道聚合+AI回复+差评秒推 &gt; 698元/年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会员系统 &gt; 好评顾客转化会员，复购好评 &gt; 会员评价权重更高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经营洞察 &gt; 竞品分析+评价数据监控 &gt; 知道差距精准追赶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企微社群 &gt; 好评晒单有积分 &gt; 粉丝评价=高权重真实评价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6C00"/>
                </a:solidFill>
                <a:latin typeface="Microsoft YaHei"/>
              </a:defRPr>
            </a:pPr>
            <a:r>
              <a:t>投资回报分析：算清每一笔账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数字化投入不是成本，是可量化回报的投资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5669280" cy="4114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Microsoft YaHei"/>
              </a:defRPr>
            </a:pPr>
            <a:r>
              <a:t>[投资项目]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5394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智能版收银系统       1,999元/年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商家小程序            1,299元/年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会员营销系统             999元/年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评价专家                698元/年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企微营销助手             599元/年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-----------------------------------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合计             约5,594元/年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日均                    15.3元/天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不到一杯咖啡的钱/天，管三个业态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669280" cy="4114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[预期回报]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5394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人工节省     150-300元/天（1-2人工）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储值锁客     月新增储值15,750元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会员复购     复购率提升60%+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评价增长     日均+5-10条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星级提升     3个月冲4.0+星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私域转化     线上订单占比30%+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-----------------------------------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保守月增收：8,000-15,000元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投资回收期：1-2个月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三业态数字化 = 坪效翻倍的基础设施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9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91E8"/>
                </a:solidFill>
                <a:latin typeface="Microsoft YaHei"/>
              </a:defRPr>
            </a:pPr>
            <a:r>
              <a:t>合作路径：从开业到持续增长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不是卖软件，是陪您一起把生意做好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743200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79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91E8"/>
                </a:solidFill>
                <a:latin typeface="Microsoft YaHei"/>
              </a:defRPr>
            </a:pPr>
            <a:r>
              <a:t>1 开业前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24688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系统部署+菜单录入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小程序上线+私域对接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团购套餐设计上架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培训预约系统配置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80160"/>
            <a:ext cx="2743200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Microsoft YaHei"/>
              </a:defRPr>
            </a:pPr>
            <a:r>
              <a:t>2 开业引爆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19072"/>
            <a:ext cx="24688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储值预售+私域预热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开业活动执行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达人探店安排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首批评价积累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2743200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3 稳定运营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19072"/>
            <a:ext cx="24688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会员体系激活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评价管理常态化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数据复盘优化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三业态配比调整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280160"/>
            <a:ext cx="2743200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1FA2"/>
                </a:solidFill>
                <a:latin typeface="Microsoft YaHei"/>
              </a:defRPr>
            </a:pPr>
            <a:r>
              <a:t>4 持续增长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719072"/>
            <a:ext cx="24688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裂变活动月度化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课程体系扩充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服饰季度上新</a:t>
            </a:r>
          </a:p>
          <a:p>
            <a:pPr>
              <a:spcBef>
                <a:spcPts val="500"/>
              </a:spcBef>
              <a:defRPr sz="1100">
                <a:solidFill>
                  <a:srgbClr val="1D1D1D"/>
                </a:solidFill>
                <a:latin typeface="Microsoft YaHei"/>
              </a:defRPr>
            </a:pPr>
            <a:r>
              <a:t>星级冲榜计划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91E8"/>
                </a:solidFill>
                <a:latin typeface="Microsoft YaHei"/>
              </a:defRPr>
            </a:pPr>
            <a:r>
              <a:t>美团餐饮SaaS不只提供工具，更提供从开业到增长的全程陪跑服务</a:t>
            </a:r>
            <a:br/>
            <a:r>
              <a:t>您的专属服务经理会定期回访，协助数据分析和运营优化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4C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日至初 Sunrise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D700"/>
                </a:solidFill>
                <a:latin typeface="Microsoft YaHei"/>
              </a:defRPr>
            </a:pPr>
            <a:r>
              <a:t>让每一杯咖啡、每一件衣服、每一堂课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D700"/>
                </a:solidFill>
                <a:latin typeface="Microsoft YaHei"/>
              </a:defRPr>
            </a:pPr>
            <a:r>
              <a:t>都成为可追踪、可复购、可裂变的数字资产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美团餐饮SaaS 期待与您携手共创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联系您的专属顾问，开启数字化之旅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