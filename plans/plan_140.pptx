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3500"/>
            <a:ext cx="9144000" cy="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0000"/>
            <a:ext cx="8229600" cy="1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2000" y="2900000"/>
            <a:ext cx="3600000" cy="70000"/>
          </a:xfrm>
          <a:prstGeom prst="roundRect">
            <a:avLst>
              <a:gd name="adj" fmla="val 6000"/>
            </a:avLst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50000"/>
            <a:ext cx="82296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FD8E3"/>
                </a:solidFill>
                <a:latin typeface="Microsoft YaHei"/>
                <a:ea typeface="Microsoft YaHei"/>
                <a:cs typeface="Microsoft YaHei"/>
              </a:rPr>
              <a:t>地道东北炭火烤肉 · 萧山宁围新店开业作战方案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ADBE"/>
                </a:solidFill>
                <a:latin typeface="Microsoft YaHei"/>
                <a:ea typeface="Microsoft YaHei"/>
                <a:cs typeface="Microsoft YaHei"/>
              </a:rPr>
              <a:t>美团收银POS · 扫码点餐 · 会员高级版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8350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rPr>
              <a:t>美团餐饮SaaS运营策划团队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一页看懂：这家店怎么赢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新店未开业 · 60㎡ · 宁围街道新华村 · 主打地道东北炭火烤肉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190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1907400" cy="4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0" y="1080000"/>
            <a:ext cx="18274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📍 它是谁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200" y="1620000"/>
            <a:ext cx="17474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宁围新华村社区/产业园边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60㎡小店 新店未开业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东北炭火烤肉，特色「大油边」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已签收银+扫码点餐+会员高级版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4600" y="1080000"/>
            <a:ext cx="190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4600" y="1080000"/>
            <a:ext cx="1907400" cy="4600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4600" y="1080000"/>
            <a:ext cx="18274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 最大风险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4600" y="1620000"/>
            <a:ext cx="17474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新华村非核心商圈，自然流量弱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周边烤肉同质化、有韩式连锁压制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新店0评价、0会员，冷启动难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夏旺冬淡、油烟扰民隐患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000" y="1080000"/>
            <a:ext cx="190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2000" y="1080000"/>
            <a:ext cx="1907400" cy="46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2000" y="1080000"/>
            <a:ext cx="18274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破局主线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000" y="1620000"/>
            <a:ext cx="17474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「正经东北炭火烤肉」差异化卡位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现切现烤明档+东北人设记忆点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开业前30天集中刷评分/权重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绑定周边产业园/社区工薪盘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9400" y="1080000"/>
            <a:ext cx="190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79400" y="1080000"/>
            <a:ext cx="1907400" cy="46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9400" y="1080000"/>
            <a:ext cx="18274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90天目标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9400" y="1620000"/>
            <a:ext cx="17474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大众点评开到4.6分+50条真评价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上「新店榜」并冲「热门榜」前10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会员沉淀600人、储值锁客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月营收做到约13.5万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① 品牌理解：东北炭火烤肉的机遇与挑战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韩式自助退潮，东北/北方炭火烤肉靠「现切·大份·实惠」逆势走强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7200" y="1140000"/>
            <a:ext cx="38348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2A2A"/>
                </a:solidFill>
                <a:latin typeface="Microsoft YaHei"/>
                <a:ea typeface="Microsoft YaHei"/>
                <a:cs typeface="Microsoft YaHei"/>
              </a:rPr>
              <a:t>⚠️ 这家店要面对的现实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" y="1640000"/>
            <a:ext cx="38348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新店开业=「三零」起步：0评价、0会员、0自然客流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宁围新华村非核心商圈，靠社区+产业园通勤盘，自然流量弱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周边烤肉同质化严重，酒拾/汉拿山等韩式连锁人均90-110元压制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60㎡小店翻台是命门，等位流失=直接损失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夏季旺、冬季淡，淡季现金流压力大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炭火油烟扰民是社区店投诉隐患，需提前规避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0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2000" y="1140000"/>
            <a:ext cx="38348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🔥 这条赛道的机会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000" y="1640000"/>
            <a:ext cx="3834800" cy="28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东北炭火烤肉逆势走强：靠分量足、性价比、烟火气打工薪客群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杭州点单烤肉主流80-120元/人，「东北特色」自带记忆点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差异化空地：避开纯串类和韩式自助，做「正经东北烤肉正餐」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「大油边·嘎咕串」就是现成爆品锚点，可串起整套营销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产业园/社区工薪盘=稳定刚需，工作日午市可做烤肉饭引流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抖音本地+美团双轮启动，新店30天可把权重集中刷起来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② 商圈洞察：宁围新华村，谁在跟你抢生意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客群=周边1.5km社区居民 + 产业园/写字楼通勤工薪族（25-45岁为主）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80000"/>
            <a:ext cx="8229600" cy="42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7200" y="1080000"/>
            <a:ext cx="2079696" cy="4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周边真实竞品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6896" y="1080000"/>
            <a:ext cx="1009848" cy="4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744" y="1080000"/>
            <a:ext cx="3231840" cy="4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核心弱点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8584" y="1080000"/>
            <a:ext cx="1668216" cy="4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东北烤肉的切入机会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0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200" y="1500000"/>
            <a:ext cx="206969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酒拾烤肉 / 汉拿山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6896" y="1500000"/>
            <a:ext cx="999848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90-110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744" y="1500000"/>
            <a:ext cx="3221840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韩式定位、价格偏高，本地工薪嫌贵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8584" y="1500000"/>
            <a:ext cx="165821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用「东北炭火现切」差异化，人均压到80内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00000"/>
            <a:ext cx="8229600" cy="6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200" y="2100000"/>
            <a:ext cx="206969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本地东北炭火小店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6896" y="2100000"/>
            <a:ext cx="999848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60-80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6744" y="2100000"/>
            <a:ext cx="3221840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环境差、品控不稳、无线上运营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8584" y="2100000"/>
            <a:ext cx="165821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靠明档可视化+点评口碑直接抢这块主战场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00000"/>
            <a:ext cx="8229600" cy="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200" y="2700000"/>
            <a:ext cx="206969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丰茂烤串 / 木屋烧烤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6896" y="2700000"/>
            <a:ext cx="999848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70-90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6744" y="2700000"/>
            <a:ext cx="3221840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串类强但非烤肉正餐，吃不饱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8584" y="2700000"/>
            <a:ext cx="165821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主打「大份烤肉正餐」满足正经吃饭需求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00000"/>
            <a:ext cx="8229600" cy="6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200" y="3300000"/>
            <a:ext cx="206969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社区夜市 / 路边摊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6896" y="3300000"/>
            <a:ext cx="999848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40-60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6744" y="3300000"/>
            <a:ext cx="3221840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无堂食环境、卫生差、抢夜宵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8584" y="3300000"/>
            <a:ext cx="1658216" cy="6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做有桌椅、能聚餐的「升级版夜宵正餐」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080000"/>
            <a:ext cx="8229600" cy="2820000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③ 核心打法：三招卡位「正经东北烤肉」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每招都给到 谁做 / 第几天 / 在哪点🔧 / 话怎么说 / 不配合怎么办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60000"/>
            <a:ext cx="2623200" cy="35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60000"/>
            <a:ext cx="2623200" cy="56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060000"/>
            <a:ext cx="25232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招式一：现切现烤可视化 + 东北人设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680000"/>
            <a:ext cx="24832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02A2A"/>
                </a:solidFill>
                <a:latin typeface="Microsoft YaHei"/>
                <a:ea typeface="Microsoft YaHei"/>
                <a:cs typeface="Microsoft YaHei"/>
              </a:rPr>
              <a:t>WHAT：把「地道东北」做成顾客一眼记住的记忆点，区别于韩式连锁。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200" y="2260000"/>
            <a:ext cx="2483200" cy="2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HOW｜谁：老板+店长，开业前3天落地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① 店内设明档现切五花肉/牛肉，顾客看得见 → 信任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② 老板东北口音招呼、贴东北话标语，大蒜生菜大酱免费续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③ 话术：「咱这是东北现切，肥瘦自己挑，烤糊了我重给一盘」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④ 不配合(没师傅现切)→ 至少做「半开放备菜台」让客人看见新鲜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0400" y="1060000"/>
            <a:ext cx="2623200" cy="35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0400" y="1060000"/>
            <a:ext cx="2623200" cy="56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400" y="1060000"/>
            <a:ext cx="25232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招式二：开业前30天刷爆点评权重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0400" y="1680000"/>
            <a:ext cx="24832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02A2A"/>
                </a:solidFill>
                <a:latin typeface="Microsoft YaHei"/>
                <a:ea typeface="Microsoft YaHei"/>
                <a:cs typeface="Microsoft YaHei"/>
              </a:rPr>
              <a:t>WHAT：新店「三零」起步，前30条真评价决定后面所有客人的第一印象。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0400" y="2260000"/>
            <a:ext cx="2483200" cy="2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HOW｜谁：店长，开业当天起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① 大众点评商家后台🔧营销中心→「霸王餐/免费试」放20名额攒真评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② 扫码点餐结账弹窗🔧引导「写15字真实评价送烤冷面1份」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③ 9.9元引流套餐冲单量、冲评价基数，前30天集中刷店铺权重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④ 差评2小时内后台回复，不配合写评→ 改送小吃降低门槛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3600" y="1060000"/>
            <a:ext cx="2623200" cy="35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63600" y="1060000"/>
            <a:ext cx="2623200" cy="56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3600" y="1060000"/>
            <a:ext cx="25232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招式三：绑定产业园/社区工薪盘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3600" y="1680000"/>
            <a:ext cx="24832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02A2A"/>
                </a:solidFill>
                <a:latin typeface="Microsoft YaHei"/>
                <a:ea typeface="Microsoft YaHei"/>
                <a:cs typeface="Microsoft YaHei"/>
              </a:rPr>
              <a:t>WHAT：自然流量弱，就主动把周边1.5km的稳定客群拉进来。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3600" y="2260000"/>
            <a:ext cx="2483200" cy="225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HOW｜谁：老板+1名员工，开业前1周地推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① 对周边写字楼/工厂发「两人套餐128元含主食」地推单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② 建企业团餐微信群，群内专属福利+提前预订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③ 工作日午市做「快餐式烤肉饭」引流，错峰用满60㎡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8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④ 地推遇冷→ 改扫码进群送一份招牌串，先把人圈进私域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④ 产品场景化：收银POS + 扫码点餐怎么帮你赚钱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不是堆功能，是解决「60㎡小店人手紧、翻台慢、出餐乱」的真问题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1922400" cy="24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1922400" cy="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230000"/>
            <a:ext cx="18224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720000"/>
            <a:ext cx="1822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顾客扫桌码自助下单，烤肉边吃边加单不用喊服务员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00" y="2950000"/>
            <a:ext cx="1822400" cy="4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✅ 60㎡小店省1名服务员≈月省3500元，高峰不漏单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9600" y="1080000"/>
            <a:ext cx="1922400" cy="24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600" y="1080000"/>
            <a:ext cx="1922400" cy="7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9600" y="1230000"/>
            <a:ext cx="18224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🖨️ 后厨打印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9600" y="1720000"/>
            <a:ext cx="1822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订单直连烤台/备菜台，现切现烤不串单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9600" y="2950000"/>
            <a:ext cx="1822400" cy="4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✅ 出餐提速、错单率↓，翻台更顺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2000" y="1080000"/>
            <a:ext cx="1922400" cy="24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2000" y="1080000"/>
            <a:ext cx="1922400" cy="7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2000" y="1230000"/>
            <a:ext cx="18224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🧾 收银一体机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2000" y="1720000"/>
            <a:ext cx="1822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点单+收款+会员一台搞定，新手员工也会用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2000" y="2950000"/>
            <a:ext cx="1822400" cy="4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✅ 结账提速，高峰排队↓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4400" y="1080000"/>
            <a:ext cx="1922400" cy="24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4400" y="1080000"/>
            <a:ext cx="1922400" cy="7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4400" y="1230000"/>
            <a:ext cx="18224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📊 经营看板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4400" y="1720000"/>
            <a:ext cx="1822400" cy="11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手机看每天卖了多少、哪款烤肉最火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4400" y="2950000"/>
            <a:ext cx="1822400" cy="4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✅ 老板不在店也能管，砍掉滞销品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0000"/>
            <a:ext cx="2623200" cy="760000"/>
          </a:xfrm>
          <a:prstGeom prst="roundRect">
            <a:avLst>
              <a:gd name="adj" fmla="val 600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200" y="3750000"/>
            <a:ext cx="25432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省1名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服务员人力 / ≈月省3500元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0400" y="3680000"/>
            <a:ext cx="2623200" cy="760000"/>
          </a:xfrm>
          <a:prstGeom prst="roundRect">
            <a:avLst>
              <a:gd name="adj" fmla="val 600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0400" y="3750000"/>
            <a:ext cx="25432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3-5分钟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扫码下单到出餐更快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3600" y="3680000"/>
            <a:ext cx="2623200" cy="760000"/>
          </a:xfrm>
          <a:prstGeom prst="roundRect">
            <a:avLst>
              <a:gd name="adj" fmla="val 600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3600" y="3750000"/>
            <a:ext cx="25432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0漏单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边吃边加单全部进系统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⑤ 公私域联动：从「拉新」到「锁客」一条龙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公域引流(点评+抖音) → 进店扫码入会 → 会员锁客复购，闭环不漏人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20000"/>
            <a:ext cx="1944900" cy="30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20000"/>
            <a:ext cx="1944900" cy="48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0" y="1120000"/>
            <a:ext cx="18649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公域引流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660000"/>
            <a:ext cx="1804900" cy="2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大众点评：冲新店榜→热门榜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9.9元引流套餐冲单冲评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抖音本地3km投「现切大肉卷」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团购128元双人套餐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2100" y="2380000"/>
            <a:ext cx="180000" cy="3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6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2100" y="1120000"/>
            <a:ext cx="1944900" cy="30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2100" y="1120000"/>
            <a:ext cx="1944900" cy="4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2100" y="1120000"/>
            <a:ext cx="18649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进店转化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2100" y="1660000"/>
            <a:ext cx="1804900" cy="2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扫桌码点餐自动识别新客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结账引导写真评价送肉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明档现切建立信任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东北人设制造记忆点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000" y="2380000"/>
            <a:ext cx="180000" cy="3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6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7000" y="1120000"/>
            <a:ext cx="1944900" cy="30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7000" y="1120000"/>
            <a:ext cx="1944900" cy="48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7000" y="1120000"/>
            <a:ext cx="18649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扫码入会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7000" y="1660000"/>
            <a:ext cx="1804900" cy="2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万能码/点餐码扫码自动入会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首单会员减5元钜饰入会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会员专享价+生日送菜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打标签：午市/夜宵/亲子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1900" y="2380000"/>
            <a:ext cx="180000" cy="36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ctr"/>
            <a:r>
              <a:rPr sz="16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1900" y="1120000"/>
            <a:ext cx="1944900" cy="300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1900" y="1120000"/>
            <a:ext cx="1944900" cy="48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1900" y="1120000"/>
            <a:ext cx="1864900" cy="4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锁客复购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1900" y="1660000"/>
            <a:ext cx="1804900" cy="24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会员储值锁住未来消费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沉睡会员自动短信唤醒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淡季推会员专享肉套餐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老客带新客返券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0000"/>
            <a:ext cx="8229600" cy="3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💡 闭环逻辑：点评/抖音把人引进门 → 扫码点餐顺手变会员 → 会员资产沉淀下来 → 淡季靠唤醒不靠烧钱，每一步都用已签 SaaS 自动打通。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会员体系 + 点评口碑：新店冷启动的两个抓手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会员高级版已签，先把客存下来；点评口碑决定新客敢不敢进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4014800" cy="46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080000"/>
            <a:ext cx="39148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会员高级版：锁住复购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64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• 会员价权益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会员专享肉拼盘减10元、生日送烤冷面，扫码点餐自动识别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200" y="236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• 储值锁客(选推)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充50送8/充200送50，主推200档≈十几人一顿，门槛低好开口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00" y="308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• 社群运营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企业团餐群+社区群，淡季发专享券、预告上新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00" y="380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• 沉睡唤醒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30天未消费会员自动发「回店减15」短信拉回复购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0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000" y="1080000"/>
            <a:ext cx="4014800" cy="46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2000" y="1080000"/>
            <a:ext cx="3914800" cy="4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点评口碑：新店→新店榜→热门榜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2000" y="164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阶段判断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新店期（0-30天），核心是冷启动攒首批真评价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2000" y="236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30天目标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攒够50条真实评价、评分站4.6分+，进「新店榜」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2000" y="308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合规工具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用后台「免费试/免费菜」攒真评，严禁付费促评（无效）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2000" y="3800000"/>
            <a:ext cx="3874800" cy="6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持续维护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  差评2小时内回复；冲「热门榜烧烤类」前10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开业营销节奏：4周把新店点起来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叠加Q2时令节点（端午/618储值）——每周干什么都写清楚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193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1937400" cy="60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0" y="1100000"/>
            <a:ext cx="18574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💧 蓄水期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开业前1周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740000"/>
            <a:ext cx="1797400" cy="2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周边产业园/小区发128元双人套餐地推单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建企业团餐微信群、预告开业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抖音拍「现切大油边」预热短视频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大众点评建店、上架团购套餐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4600" y="1080000"/>
            <a:ext cx="193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4600" y="1080000"/>
            <a:ext cx="1937400" cy="60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4600" y="1100000"/>
            <a:ext cx="18574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体验期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开业第1周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600" y="1740000"/>
            <a:ext cx="1797400" cy="2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9.9元引流套餐冲单量+评价基数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后台放20个免费试名额攒真评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扫码点餐入会，首批会员进库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每日盯评价数，差评2h内回复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2000" y="1080000"/>
            <a:ext cx="193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00" y="1080000"/>
            <a:ext cx="1937400" cy="60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2000" y="1100000"/>
            <a:ext cx="18574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爆发期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开业第2-3周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2000" y="1740000"/>
            <a:ext cx="1797400" cy="2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“大油边·嘎咪串”爆品主打全渠道曝光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点评冲「新店榜」，抖音加投本地3km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周末夜宵场景，啤酒组合拉高客单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会员储值档位上线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9400" y="1080000"/>
            <a:ext cx="19374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9400" y="1080000"/>
            <a:ext cx="1937400" cy="60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9400" y="1100000"/>
            <a:ext cx="18574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稳增期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开业第4周起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400" y="1740000"/>
            <a:ext cx="1797400" cy="2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工作日午市上“烤肉饭”快餐引流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沉睡会员自动唤醒复购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接618储值：充300送50/充500送100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端午推“东北烤肉·夏夜套餐”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投资回报：这笔账算得过来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⚠️ 以下为新店基准估算（60㎡烤肉行业参考值），实际以门店经营为准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4014800" cy="440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080000"/>
            <a:ext cx="3914800" cy="4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投入明细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580000"/>
            <a:ext cx="38748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软件：收银POS+扫码点餐+会员高级版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   年费（已签）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200" y="2180000"/>
            <a:ext cx="38748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硬件：一体机+扫码盒+后厨打印机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   一次性 ≈¥2,000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00" y="2780000"/>
            <a:ext cx="38748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开业营销：9.9引流+免费试+地推物料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   ≈¥3,000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00" y="3380000"/>
            <a:ext cx="3874800" cy="5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抖音本地投放（3km初期试水）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   ≈¥2,000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200" y="4050000"/>
            <a:ext cx="3874800" cy="3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营销+硬件首期投入 ≈ ¥7,000（不含已签软件年费）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000" y="1080000"/>
            <a:ext cx="4014800" cy="345000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2000" y="1080000"/>
            <a:ext cx="4014800" cy="44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2000" y="1080000"/>
            <a:ext cx="3914800" cy="4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月增收测算（稳定期）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2000" y="1580000"/>
            <a:ext cx="28148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扫码点餐省人力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6800" y="1580000"/>
            <a:ext cx="10800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≈ ¥3,500/月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2000" y="2100000"/>
            <a:ext cx="28148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会员复购提升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6800" y="2100000"/>
            <a:ext cx="10800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≈ ¥4,000/月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2000" y="2620000"/>
            <a:ext cx="28148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点评/抖音拉新客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800" y="2620000"/>
            <a:ext cx="10800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≈ ¥5,000/月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2000" y="3140000"/>
            <a:ext cx="28148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• 午市烤肉饭引流增量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6800" y="3140000"/>
            <a:ext cx="1080000" cy="4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≈ ¥2,500/月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2000" y="3720000"/>
            <a:ext cx="3894800" cy="660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2000" y="3720000"/>
            <a:ext cx="3894800" cy="6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合计月增收 ≈ ¥15,000  |  首期投入约1个月回本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0000"/>
            <a:ext cx="70000" cy="4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7200" y="250000"/>
            <a:ext cx="80996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r>
              <a:rPr sz="26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90天量化OKR：看得见的增长曲线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⚠️ 新店无历史数据，以下为基准估算目标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0000"/>
            <a:ext cx="8229600" cy="18000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8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8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7200" y="114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📊 月营收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首月¥8万 → 第3月¥13.5万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堂食+午市烤肉饭+会员复购+夜宵啤酒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7066" y="108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7066" y="108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7066" y="114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⭐ 点评评分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0 → 4.6分/50条+真评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新店榜→热门榜前10→好评榜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6932" y="108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76932" y="108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6932" y="114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👥 会员数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0 → 600人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扫码点餐入会，首月300人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7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7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7200" y="293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💳 储值锁客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0 → 月入账¥1.5万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618储值启动，主推200档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7066" y="287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67066" y="287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7066" y="293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🍽 午市上座率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提升至 60%+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烤肉饭快餐错峰用满60㎡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6932" y="2870000"/>
            <a:ext cx="2609866" cy="1640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6932" y="2870000"/>
            <a:ext cx="60000" cy="164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6932" y="2930000"/>
            <a:ext cx="2449866" cy="15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  <a:cs typeface="Microsoft YaHei"/>
              </a:rPr>
              <a:t>🔁 会员复购率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5D04"/>
                </a:solidFill>
                <a:latin typeface="Microsoft YaHei"/>
                <a:ea typeface="Microsoft YaHei"/>
                <a:cs typeface="Microsoft YaHei"/>
              </a:rPr>
              <a:t>达到 35%+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会员价+储值+沉睡唤醒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3500"/>
            <a:ext cx="8229600" cy="220000"/>
          </a:xfrm>
          <a:prstGeom prst="rect">
            <a:avLst/>
          </a:prstGeom>
          <a:noFill/>
        </p:spPr>
        <p:txBody>
          <a:bodyPr wrap="square">
            <a:normAutofit fontScale="100000" lnSpcReduction="0"/>
          </a:bodyPr>
          <a:lstStyle/>
          <a:p>
            <a:pPr algn="r"/>
            <a:r>
              <a:rPr sz="900" b="0" i="0">
                <a:solidFill>
                  <a:srgbClr val="A5ADB8"/>
                </a:solidFill>
                <a:latin typeface="Microsoft YaHei"/>
                <a:ea typeface="Microsoft YaHei"/>
                <a:cs typeface="Microsoft YaHei"/>
              </a:rPr>
              <a:t>美团餐饮SaaS运营策划团队  ·  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3500"/>
            <a:ext cx="9144000" cy="70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0000"/>
            <a:ext cx="8229600" cy="9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让这家东北烤肉，开业就赢在起跑线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现切现烤的烟火气 × 数字化的锁客力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50000"/>
            <a:ext cx="1525920" cy="760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2350000"/>
            <a:ext cx="1465920" cy="7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东北人设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120" y="2350000"/>
            <a:ext cx="1525920" cy="760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3120" y="2350000"/>
            <a:ext cx="1465920" cy="7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点评冲榜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9040" y="2350000"/>
            <a:ext cx="1525920" cy="760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9040" y="2350000"/>
            <a:ext cx="1465920" cy="7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会员锁客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4960" y="2350000"/>
            <a:ext cx="1525920" cy="760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4960" y="2350000"/>
            <a:ext cx="1465920" cy="7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开业护航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0880" y="2350000"/>
            <a:ext cx="1525920" cy="760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0880" y="2350000"/>
            <a:ext cx="1465920" cy="7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快速回本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50000"/>
            <a:ext cx="82296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  ×  美团餐饮SaaS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D8E3"/>
                </a:solidFill>
                <a:latin typeface="Microsoft YaHei"/>
                <a:ea typeface="Microsoft YaHei"/>
                <a:cs typeface="Microsoft YaHei"/>
              </a:rPr>
              <a:t>服务好客户是目的。帮这家店真正变好，口碑起来、复购起来、转介绍自然来。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2350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ADBE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