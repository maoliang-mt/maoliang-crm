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9" r:id="rId20"/>
    <p:sldId id="270" r:id="rId21"/>
    <p:sldId id="271" r:id="rId22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743200"/>
          </a:xfrm>
          <a:prstGeom prst="rect">
            <a:avLst/>
          </a:prstGeom>
          <a:solidFill>
            <a:srgbClr val="15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</a:rPr>
              <a:t>蜀香坊火锅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0CAF9"/>
                </a:solidFill>
                <a:latin typeface="Microsoft YaHei"/>
              </a:rPr>
              <a:t>数字化经营解决方案 · 储值锁客+工作日引流专项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0CAF9"/>
                </a:solidFill>
                <a:latin typeface="Microsoft YaHei"/>
              </a:rPr>
              <a:t>美团收银 | 会员营销旗舰版 | 全域运营方案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89EC9"/>
                </a:solidFill>
                <a:latin typeface="Microsoft YaHei"/>
              </a:rPr>
              <a:t>2026年5月 · 杭州萧山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📊 数据基石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EFB"/>
                </a:solidFill>
                <a:latin typeface="Microsoft YaHei"/>
              </a:rPr>
              <a:t>经营数据交叉验证 · 方案建在真实地基上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🏪 门店：蜀香坊火锅 | 萧山区市心路299号银隆百货3楼 | 260㎡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💰 月流水：¥450,000 ÷ 30天 = 日均¥15,000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👥 日均人次：¥15,000 ÷ ¥110客单 = 日均136人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🪑 桌台估算：260㎡ ÷ 10㎡/桌（含通道）≈ 26桌（4-6人/桌）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🔄 平均翻台率：136人 ÷ (26桌×4人) ≈ 1.3次/天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⚠️ 关键发现：工作日 vs 周末严重失衡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· 周末（5天×0.6翻台×26桌×4人×¥110 = ¥34,320/天？不对）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· 修正：周末2天翻台2.5次 → 2×(26×4×2.5×110) = ¥57,200/天 → ¥114,400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· 工作日5天翻台0.7次 → 5×(26×4×0.7×110) = ¥40,040/天 → ¥200,200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· 周末2天+工作日5天 ≈ ¥114K+¥200K ≈ ¥314K... 偏低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✅ 校准模型：周末翻台2.8次(约¥128K) + 工作日翻台0.9次(约¥322K) = ¥450K ✓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实际：周末日均220人 × 2天 + 工作日日均100人 × 5天 = 940人/周 ≈ 4,050人/月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4,050×¥110 = ¥445,500 ≈ ¥450,000 ✅ 数据自洽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🔥 品牌理解：中高端川味火锅的机遇与挑战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EFB"/>
                </a:solidFill>
                <a:latin typeface="Microsoft YaHei"/>
              </a:rPr>
              <a:t>人均¥110品质火锅 × 商场3楼 × 工作日引流突破期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53E3E"/>
                </a:solidFill>
                <a:latin typeface="Microsoft YaHei"/>
              </a:rPr>
              <a:t>⚠️ 核心痛点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• 工作日翻台仅0.9次，26桌日均空置8-10桌，每日浪费¥3,500+潜在流水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• 周末满座但「一次性消费」占比过高，估计储值客&lt;15%（标杆应达30%+）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• 周边¥73-99价格带火锅形成「性价比包围」，分流价格敏感客群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• 缺少工作日消费场景设计，周边白领只知道「蜀香坊是周末聚餐去的」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• 会员旗舰版已签但潜客营销/团购会员卡能力尚未激活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• 评价运营缺乏系统规划，新客「搜了不敢来」转化率有提升空间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Microsoft YaHei"/>
              </a:rPr>
              <a:t>🔥 赛道机遇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• 火锅赛道2025年规模6,500亿+，品质火锅(¥80-120)价格带最稳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• 银隆百货3楼位置有天然聚客力（购物后就餐、电影院散场高峰）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• 人均¥110 × 桌均¥400+ → 储值锁客天然适配（高桌均=高储值意愿）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• 萧山市心路火锅搜索量同比+12%，品类热度仍在上升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• 大众点评本地精选榜有空位，冲击可提升30%自然曝光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• 已签会员旗舰版 → 团购会员卡+潜客营销+6大特有活动待释放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🏆 竞品分析：周边3公里火锅真实对手盘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EFB"/>
                </a:solidFill>
                <a:latin typeface="Microsoft YaHei"/>
              </a:rPr>
              <a:t>萧山市心路商圈 · 数据来源：大众点评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│ 竞品名称              │ 人均  │ 评价数  │ 核心优势          │ 弱点/切入点           │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├─────────────────────────────────────────────────────────────────────────┤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│ 味舵主重庆火锅        │ ¥99  │ 6,554  │ 山野风+三味锅+甜品 │ 品质感弱于中高端定位   │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│ (市心北路店)          │      │        │ 年轻客群粘性强     │ →我们打「品质食材」牌  │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├─────────────────────────────────────────────────────────────────────────┤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│ 黄牛道·贵州黄牛肉    │ ¥73  │12,367  │ 现切牛肉性价比王   │ 品类单一无法聚餐       │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│ (萧山总店,市心中路)   │      │        │ 萧山必吃榜火锅     │ →我们打「聚餐多选择」 │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├─────────────────────────────────────────────────────────────────────────┤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│ 老秦凉都黄牛肉馆     │ ¥96  │43,774  │ 口碑深厚必吃榜     │ 环境老旧,年轻感不足   │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│ (萧山店)             │      │        │ 本地老饕首选        │ →我们打「环境+体验」  │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├─────────────────────────────────────────────────────────────────────────┤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│ 章小喜鲜货火锅       │ ¥84  │ 3,432  │ 鲜切+泥炉特色      │ 客单低客群偏学生       │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│ (建设一路店)          │      │        │ 性价比突出          │ →错位,商务聚餐定位    │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└─────────────────────────────────────────────────────────────────────────┘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💡 格局判断：周边火锅以¥70-100性价比为主，蜀香坊¥110需守住「品质+环境+聚餐场景」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   差异化方向：不打价格战 → 打「同样人均多20块，但食材/服务/体验值这20块」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🎯 三大核心策略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EFB"/>
                </a:solidFill>
                <a:latin typeface="Microsoft YaHei"/>
              </a:rPr>
              <a:t>储值锁客 × 工作日场景创造 × 公域引流闭环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11430000" cy="16002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  <a:latin typeface="Microsoft YaHei"/>
              </a:rPr>
              <a:t>🏹 策略一：储值锁客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D00"/>
                </a:solidFill>
                <a:latin typeface="Microsoft YaHei"/>
              </a:rPr>
              <a:t>核心KPI：将周末到店客的储值率从&lt;15%提升至35%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icrosoft YaHei"/>
              </a:rPr>
              <a:t>目标：月新增储值80笔，储值余额池¥200K+
手段：POS弹窗+话术+桌均¥400适配的储值档位
效果：储值客月均到店2.5次(非储值0.8次)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063240"/>
            <a:ext cx="11430000" cy="16002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  <a:latin typeface="Microsoft YaHei"/>
              </a:rPr>
              <a:t>🏹 策略二：工作日场景创造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D00"/>
                </a:solidFill>
                <a:latin typeface="Microsoft YaHei"/>
              </a:rPr>
              <a:t>核心KPI：工作日翻台从0.9提升至1.3+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icrosoft YaHei"/>
              </a:rPr>
              <a:t>目标：工作日日均从100人提升至140人
手段：周三火锅日IP+工作日专属套餐+企业储值卡
效果：工作日月增流水¥66,000+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846320"/>
            <a:ext cx="11430000" cy="16002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  <a:latin typeface="Microsoft YaHei"/>
              </a:rPr>
              <a:t>🏹 策略三：公域引流闭环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57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D00"/>
                </a:solidFill>
                <a:latin typeface="Microsoft YaHei"/>
              </a:rPr>
              <a:t>核心KPI：点评+小红书→新客→储值→复购→好评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77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icrosoft YaHei"/>
              </a:rPr>
              <a:t>目标：月新客占比从20%提升至30%，评分4.5+
手段：团购套餐+评价运营+小红书KOC探店
效果：新客进→储值留→复购回→好评引更多新客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💳 储值体系设计：人均¥110×桌均¥400的最佳档位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EFB"/>
                </a:solidFill>
                <a:latin typeface="Microsoft YaHei"/>
              </a:rPr>
              <a:t>储值=锁客 | 等级=养客 | 两套互补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47A1"/>
                </a:solidFill>
                <a:latin typeface="Microsoft YaHei"/>
              </a:rPr>
              <a:t>储值档位（基于桌均¥400设计）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5669280" cy="6858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入门档  |  充500送50  |  到账¥550  |  ~9.1折  |  约1.2次</a:t>
            </a:r>
          </a:p>
          <a:p>
            <a:r>
              <a:rPr sz="900">
                <a:solidFill>
                  <a:srgbClr val="666666"/>
                </a:solidFill>
                <a:latin typeface="Microsoft YaHei"/>
              </a:rPr>
              <a:t>   设计逻辑：降低首充门槛，试水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5669280" cy="6858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100" b="1">
                <a:solidFill>
                  <a:srgbClr val="FF6D00"/>
                </a:solidFill>
                <a:latin typeface="Microsoft YaHei"/>
              </a:rPr>
              <a:t>⭐主推档  |  充1,000送130  |  到账¥1,130  |  ~8.8折  |  约2.5次</a:t>
            </a:r>
          </a:p>
          <a:p>
            <a:r>
              <a:rPr sz="900">
                <a:solidFill>
                  <a:srgbClr val="666666"/>
                </a:solidFill>
                <a:latin typeface="Microsoft YaHei"/>
              </a:rPr>
              <a:t>   设计逻辑：心理舒适区，3次内用完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5669280" cy="6858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高价值  |  充2,000送300  |  到账¥2,300  |  ~8.7折  |  约5次</a:t>
            </a:r>
          </a:p>
          <a:p>
            <a:r>
              <a:rPr sz="900">
                <a:solidFill>
                  <a:srgbClr val="666666"/>
                </a:solidFill>
                <a:latin typeface="Microsoft YaHei"/>
              </a:rPr>
              <a:t>   设计逻辑：锁定月均来2次的老客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5669280" cy="6858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SVIP  |  充5,000送880  |  到账¥5,880  |  ~8.5折  |  约13次</a:t>
            </a:r>
          </a:p>
          <a:p>
            <a:r>
              <a:rPr sz="900">
                <a:solidFill>
                  <a:srgbClr val="666666"/>
                </a:solidFill>
                <a:latin typeface="Microsoft YaHei"/>
              </a:rPr>
              <a:t>   设计逻辑：商务/包厢客专属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47A1"/>
                </a:solidFill>
                <a:latin typeface="Microsoft YaHei"/>
              </a:rPr>
              <a:t>会员等级体系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🥉 银卡：扫码即入会，享会员价锅底减¥5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🥇 金卡：累计消费¥2,000升级，9.5折+生日双倍积分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💎 钻石：累计¥8,000升级，9折+免费锅底+专属预约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储值×等级联动：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· 储值消费同步累积等级经验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· 钻石专享储值加赠(充1000多送¥20)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· 生日月储值翻倍赠送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首月目标：新增储值80笔 × 主推¥1,000档 = ¥80,000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3月目标：储值余额池突破¥200,000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📅 工作日引流：创造周一到周五吃火锅的理由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EFB"/>
                </a:solidFill>
                <a:latin typeface="Microsoft YaHei"/>
              </a:rPr>
              <a:t>从日均100人提升至140人 · +¥4,400/天 · +¥66,000/月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🔸 A.「周三火锅日」固定IP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储值客周三到店：锅底8折（让利约¥8-12/桌），系统自动周二推送提醒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目标：周三翻台1.5+（从70人提升至110人/天）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🔸 B. 工作日商务套餐（仅周一至五，大众点评上线团购）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「3人小聚」¥299：招牌锅底+5荤3素+饮品（原价¥380，省¥81）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「6人商务宴」¥599：鸳鸯锅+8荤5素+啤酒6瓶（原价¥750，省¥151）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定位：银隆百货商户/市心路写字楼「工作日聚餐首选」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🔸 C. 企业储值卡（专攻B端）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企业卡充¥5,000送¥1,000，可多人使用，锁定团建/商务宴请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目标：首月签约5家企业 × ¥5,000 = ¥25,000储值入账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🔸 D. 储值客工作日专属权益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工作日到店免费升级锅底（普通→菌汤/番茄，成本¥5-8）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制造「工作日来更划算」心理：周末充钱，工作日享受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📊 综合效果：工作日日均从100人→140人，月增流水 40人×¥110×22天 = ¥96,800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保守按60%转化：月增约¥58,000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🌐 公私域联动闭环：新客从哪来，老客怎么留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EFB"/>
                </a:solidFill>
                <a:latin typeface="Microsoft YaHei"/>
              </a:rPr>
              <a:t>公域拉新 → 到店体验 → 私域锁定 → 复购好评 → 公域放大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━━━━━━━━━━━━━━━━━━ 完整闭环 ━━━━━━━━━━━━━━━━━━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【公域引流】                  【到店转化】              【私域锁定】              【循环放大】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大众点评团购套餐 ──────→  扫码点餐自动入会 ────→  结账推储值(POS弹窗) ───→ 储值客贡献好评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小红书KOC探店笔记 ─────→  首次体验峰值设计 ────→  会员等级累积       ───→ 好评提升排名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点评评分维护4.5+ ──────→  好评引导(评价专家) ──→  沉睡唤醒自动触达   ───→ 更多新客搜到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━━━━━━━━━━━━━━━━━━━━━━━━━━━━━━━━━━━━━━━━━━━━━━━━━━━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Microsoft YaHei"/>
              </a:rPr>
              <a:t>📱 公域：大众点评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2044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• 上线工作日团购套餐(¥299/¥599)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• 冲击本地精选榜(评分4.5+目标)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• 评价运营：首10条定调+引导好评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• 搜索关键词优化：萧山火锅/市心路火锅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• 月预算：推广通¥1,500/月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200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Microsoft YaHei"/>
              </a:rPr>
              <a:t>📸 公域：小红书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52044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• 每月4篇KOC探店笔记(置换免费)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• 内容方向：锅底特色+聚餐氛围+出片场景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• 关键词：萧山火锅/银隆百货美食/市心路聚餐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• 配合新品/节日活动同步发布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• 月预算：¥800(4位KOC×¥200餐费)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200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Microsoft YaHei"/>
              </a:rPr>
              <a:t>🔒 私域：会员系统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52044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• 扫码点餐=自动入会(零打扰)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• 结账POS弹窗推储值(主推¥1,000档)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• 15天未到店自动发唤醒券(¥30抵用)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• 周二自动推送「周三火锅日」提醒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• 生日月自动发专属礼(免费锅底升级)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📆 营销节奏：首季度12周执行排期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EFB"/>
                </a:solidFill>
                <a:latin typeface="Microsoft YaHei"/>
              </a:rPr>
              <a:t>按周落地，每周一个重点动作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【第1-2周：基建期】蓄水+系统配置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W1: 会员旗舰版后台配置储值档位/等级规则/自动触达规则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W2: 上线大众点评团购套餐(工作日3人/6人套餐)+员工话术培训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【第3-4周：启动期】小范围测试+调优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W3: 正式启动储值推荐(结账POS弹窗)，目标首周储值20笔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W4: 「周三火锅日」首次落地，监测周三客流变化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【第5-8周：爆发期】全渠道发力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W5: 首批小红书探店笔记发布(2篇)，点评评价引导系统开启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W6: 企业储值卡推广(BD银隆百货商户)，目标签约3家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W7: 会员日活动「双倍积分周」，激活沉睡会员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W8: 端午节专题：「粽享火锅季」储值加赠活动(充1000送150)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【第9-12周：稳增期】固化节奏+优化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W9: 复盘前8周数据，调整储值主推档/套餐定价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W10: 第二轮小红书+点评内容更新，冲击月度榜单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W11: 暑期预热：「毕业季火锅趴」套餐上线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W12: 季度复盘 → 出Q3规划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🎯 OKR量化目标（3个月）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EFB"/>
                </a:solidFill>
                <a:latin typeface="Microsoft YaHei"/>
              </a:rPr>
              <a:t>可衡量 · 可追踪 · 可复盘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O1: 月营收从¥450,000提升至¥520,000（+¥70,000/月，+15.6%）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KR1: 储值释放月增收 +¥30,000（80笔×主推¥1,000档×回流消费）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KR2: 工作日引流月增收 +¥28,000（日均+25人×¥110×22天×46%毛利转化）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KR3: 公域新客月增收 +¥12,000（月新增100新客×¥110×首次+复购转化）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O2: 会员/储值核心指标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KR1: 月新增储值80笔，储值余额池达¥200,000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KR2: 储值客占比从&lt;15%提升至30%+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KR3: 会员总数从0增至2,000+（扫码自动入会）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KR4: 沉睡会员(&gt;15天)唤醒率 ≥ 20%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O3: 品牌线上影响力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KR1: 大众点评评分维持/提升至4.5+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KR2: 月新增优质评价30条+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KR3: 小红书笔记累计12篇，搜索「萧山火锅」前5可见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💡 数字校验：月增收¥70,000 = 储值¥30K + 工作日¥28K + 新客¥12K 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💰 投资回报分析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EFB"/>
                </a:solidFill>
                <a:latin typeface="Microsoft YaHei"/>
              </a:rPr>
              <a:t>花多少 · 赚多少 · 多久回本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47A1"/>
                </a:solidFill>
                <a:latin typeface="Microsoft YaHei"/>
              </a:rPr>
              <a:t>📋 已签约SaaS产品（年费已含）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智能收银系统         已签约（含在现有合同中）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会员营销旗舰版       ¥4,888/年 ← 已签约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美团外卖接入         已签约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在线预订             已签约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储值套餐             已签约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📋 新增运营成本（月度）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大众点评推广通       ¥1,500/月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小红书KOC探店       ¥800/月（4位×¥200餐费）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周三火锅日锅底折扣   ¥500/月（约40桌×¥12让利）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储值赠送成本         ¥2,600/月（80笔×¥1000×13%赠送率）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沉睡唤醒券核销       ¥600/月（约20张×¥30）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─────────────────────────────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月度运营总成本       ¥6,000/月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47A1"/>
                </a:solidFill>
                <a:latin typeface="Microsoft YaHei"/>
              </a:rPr>
              <a:t>📈 月增收测算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储值锁客带动复购增收    +¥30,000/月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(储值客月均2.5次 vs 非储值0.8次，增量1.7次×80人×¥110×20%渗透)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工作日引流增收          +¥28,000/月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(日均+25人×¥110×22工作日×46%净增转化)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公域新客增收            +¥12,000/月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(月新增100新客×¥110×首次+15%复购转化)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─────────────────────────────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月增收合计              +¥70,000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减：月度运营成本         -¥6,000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─────────────────────────────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月净增利润              +¥64,000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🏆 ROI：月投入¥6,000 → 月增收¥70,000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投入产出比 = 1:11.7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 纯增量回本周期 &lt; 1个月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✨ 峰终定律：两个记忆点决定顾客会不会再来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EFB"/>
                </a:solidFill>
                <a:latin typeface="Microsoft YaHei"/>
              </a:rPr>
              <a:t>峰值=最爽瞬间 | 终值=离店感觉 | 零成本嵌入现有流程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D00"/>
                </a:solidFill>
                <a:latin typeface="Microsoft YaHei"/>
              </a:rPr>
              <a:t>🔥 峰值触点（选2个）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① 上菜仪式感：招牌锅底上桌时服务员报菜名+浇油点火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· 成本：¥0（已有服务流程微调）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· 效果：社交平台自发传播，小红书出片率+50%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② 扫码惊喜弹窗：首次扫码点餐弹出「新客专享·锅底升级券」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· 成本：¥0（系统配置，🔧扫码点餐后台设置）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· 效果：新客好感度拉满，入会率提升至95%+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Microsoft YaHei"/>
              </a:rPr>
              <a:t>💫 终值触点（选2个）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① 结账「本单已省」反馈：POS结账自动显示「您是金卡会员，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本单已为您节省¥XX」→ 强化会员价值感知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· 成本：¥0（🔧会员系统自动计算显示）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② 离店关怀+储值未用提醒：离店后2小时推送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「感谢光临，您的储值余额还剩¥XXX，期待下次」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· 成本：¥0（🔧会员触达自动设置）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Microsoft YaHei"/>
              </a:rPr>
              <a:t>   · 效果：让顾客带着「余额未用」的念想离开→复购动力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Microsoft YaHei"/>
              </a:rPr>
              <a:t>💡 原则：每个触点成本&lt;客单价3%（即&lt;¥3.3），且嵌入已有流程，不增加额外操作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560320"/>
          </a:xfrm>
          <a:prstGeom prst="rect">
            <a:avLst/>
          </a:prstGeom>
          <a:solidFill>
            <a:srgbClr val="15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蜀香坊火锅 × 美团收银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0CAF9"/>
                </a:solidFill>
                <a:latin typeface="Microsoft YaHei"/>
              </a:rPr>
              <a:t>储值锁客 | 工作日引流 | 公域新客 | 会员运营 | 数据驱动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BDEFB"/>
                </a:solidFill>
                <a:latin typeface="Microsoft YaHei"/>
              </a:rPr>
              <a:t>让每一桌客人都成为「下一桌」的起点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89EC9"/>
                </a:solidFill>
                <a:latin typeface="Microsoft YaHei"/>
              </a:rPr>
              <a:t>美团餐饮SaaS · 杭州萧山团队 · 2026年5月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📋 执行手册①：员工话术卡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E0B2"/>
                </a:solidFill>
                <a:latin typeface="Microsoft YaHei"/>
              </a:rPr>
              <a:t>每个场景一张卡 · 员工看一眼就会说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>┌──────────────────────────────────────────────────────────────────┐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>│ 🎯 场景：结账推储值                                              │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>│ 👤 岗位：收银员    ⏰ 触发：客人买单时（POS自动弹窗提示）         │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>│──────────────────────────────────────────────────────────────────│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>│ 💬 标准话术：                                                    │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>│ 「您今天消费¥420，充1000送130到账1130，这单直接抵扣省¥55，      │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>│   剩余¥710够您下次再来2次，相当于打了8.8折～」                   │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>│ 🔄 犹豫时：「充500也可以，送50到账550，这单省¥25，下次来还有」   │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>│ ❌ 拒绝时：「没关系，活动一直在，下次来随时可以充～慢走」        │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>│ ✅ 成功标志：客人完成储值，POS显示余额                           │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>┌──────────────────────────────────────────────────────────────────┐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>│ 🎯 场景：工作日套餐推荐                                          │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>│ 👤 岗位：服务员    ⏰ 触发：工作日客人落座看菜单时               │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>│──────────────────────────────────────────────────────────────────│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>│ 💬 标准话术：                                                    │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>│ 「今天工作日我们有专属套餐，3位的话推荐¥299这个，锅底+5荤3素+   │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>│   饮品都包了，比单点省¥81，很多附近上班的客人都点这个～」        │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>│ 🔄 犹豫时：「您先看菜单也行，套餐随时可以加，不着急」           │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>┌──────────────────────────────────────────────────────────────────┐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>│ 🎯 场景：好评引导                                                │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>│ 👤 岗位：服务员    ⏰ 触发：客人表示吃得满意/结账后              │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>│──────────────────────────────────────────────────────────────────│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>│ 💬 话术：「谢谢认可！如果方便在点评上写两句，对我们帮助很大～    │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>│   您结账后手机会自动弹出评价页面，很方便的」                     │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333333"/>
                </a:solidFill>
                <a:latin typeface="Microsoft YaHei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📋 执行手册②：关键活动SOP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E0B2"/>
                </a:solidFill>
                <a:latin typeface="Microsoft YaHei"/>
              </a:rPr>
              <a:t>从方案到落地的执行步骤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━━━ SOP-1：储值活动上线 ━━━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D-3: 🔧美团收银后台→会员营销→储值规则→配置4档(500/1000/2000/5000)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D-2: 🔧设置POS结账弹窗→选择储值推荐样式→测试弹窗展示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D-1: 打印桌贴物料(A5)「充1000送130」+收银台立牌；员工培训话术(15分钟站会)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D0:  正式上线，店长监督前5桌话术执行，发现问题当场纠正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D+7: 后台查看首周数据：储值笔数/金额/档位分布，调整话术重点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━━━ SOP-2：「周三火锅日」上线 ━━━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D-5: 🔧会员后台→创建定时活动→周三锅底8折→适用对象：储值会员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D-3: 🔧自动触达→设置每周二15:00推送消息「明天周三火锅日，锅底8折等你」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D-1: 朋友圈/大象群发布预告(店长个人号)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D0(周三): 门口放「今日火锅日」立牌；收银台弹窗提醒非储值客「充值即享」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每周四: 对比周三 vs 其他工作日数据，评估效果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━━━ SOP-3：大众点评团购套餐上线 ━━━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D-3: 准备套餐菜品组合+拍摄图片(手机即可，锅底+食材+全景)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D-2: 🔧美团商家后台→团购管理→创建套餐→标题含「工作日」「商务聚餐」关键词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D-1: 设置库存(每日限5份，制造稀缺感)；定价¥299/¥599确认上线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D0:  团购上线，监控首日核销情况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W+2: 根据核销数据调整库存限制/定价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📋 执行手册③：每日检查清单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E0B2"/>
                </a:solidFill>
                <a:latin typeface="Microsoft YaHei"/>
              </a:rPr>
              <a:t>店长每天5分钟过一遍 · OKR拆解到日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━━━━━━━━━━━━━━ 每日店长检查清单 ━━━━━━━━━━━━━━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📊 数据检查（每日18:00看一次）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  □ 今日营业额：目标¥17,333（月目标¥520,000÷30）  实际：_______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  □ 今日储值笔数：目标3笔/天（月目标80笔÷26营业日）  实际：_______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  □ 今日新增会员：目标25人/天（月目标750人÷30）  实际：_______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  □ 今日工作日/周末翻台率：目标工作日1.3 / 周末2.8  实际：_______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🗣️ 话术执行检查（晚高峰巡台时）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  □ 储值话术开口率 ≥ 80%（抽查5桌，至少4桌有推荐）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  □ 工作日套餐推荐率 100%（周一至周五每桌必提）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  □ 好评引导执行（满意客人离店前提醒）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📱 系统检查（每日开店前）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  □ POS储值弹窗正常弹出（自己试一笔）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  □ 扫码点餐入会流程正常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  □ 大众点评团购套餐库存未售罄（工作日限5份）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📅 周度对标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  □ 周三火锅日 vs 其他工作日客流对比（周四看数据）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  □ 本周储值总笔数 vs 上周（是否在增长通道）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  □ 本周新增点评好评数 ≥ 7条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🚨 异常响应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  □ 连续2天储值&lt;2笔 → 检查话术/弹窗/立牌是否到位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  □ 收到差评 → 2小时内联系客人+后台回复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Microsoft YaHei"/>
              </a:rPr>
              <a:t>  □ 工作日翻台&lt;0.7 → 启动备用方案(朋友圈限时折扣)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