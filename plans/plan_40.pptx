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</a:rPr>
              <a:t>银杏居酒屋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48B2C"/>
                </a:solidFill>
                <a:latin typeface="微软雅黑"/>
              </a:rPr>
              <a:t>数字化经营解决方案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</a:rPr>
              <a:t>新店开业 × 快速建立口碑 × 会员体系搭建 × 公私域联动增长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CC"/>
                </a:solidFill>
                <a:latin typeface="微软雅黑"/>
              </a:rPr>
              <a:t>美团收银 | 餐饮数字化经营解决方案 | 2026年5月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品牌理解：居酒屋赛道的机遇与挑战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日式居酒屋 · 人均100元 · 新店冷启动 · 氛围+食材品质双驱动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011680" cy="34747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⚠️ 新店挑战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① 零口碑零评价，顾客搜索不到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② 周边日料竞争激烈，辨识度低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③ 开业初期客流不稳定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④ 居酒屋夜间为主，午市利用率低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⑤ 无会员基础，复购靠缘分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⑥ 新团队磨合，话术/SOP待建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011680" cy="347472"/>
          </a:xfrm>
          <a:prstGeom prst="roundRect">
            <a:avLst/>
          </a:prstGeom>
          <a:solidFill>
            <a:srgbClr val="27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🔥 赛道机遇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① 100元档精准卡位，高于快餐低于高端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② 年轻客群高情绪价值需求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③ 点评/小红书「氛围感」天然出片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④ 深夜时段竞争弱，差异化窗口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⑤ 储值潜力大：300-500元心理安全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微软雅黑"/>
              </a:rPr>
              <a:t>⑥ 数字化精准追踪酒水偏好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3566160" cy="32004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📊 行业数据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亚洲料理关店率30%
居酒屋人均80-150元
100元档安全区间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566160" cy="32004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👥 核心客群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5262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20-35岁年轻白领
女性占比60%+
闺蜜/约会/小庆祝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114800"/>
            <a:ext cx="3566160" cy="32004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🎯 90天目标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262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点评4.0+ → 会员300人
月流水稳定15万+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商圈洞察：竞争格局与切入机会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微软雅黑"/>
              </a:rPr>
              <a:t>⚠️ 假设：基于杭州典型居酒屋商圈推算（城市/区域未填写）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645920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竞品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463040"/>
            <a:ext cx="822960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人均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463040"/>
            <a:ext cx="1920240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核心优势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463040"/>
            <a:ext cx="2103120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弱点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63040"/>
            <a:ext cx="4389120" cy="347472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银杏切入点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64592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酒田日料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28800"/>
            <a:ext cx="82296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¥120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828800"/>
            <a:ext cx="192024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老店/点评4.5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828800"/>
            <a:ext cx="210312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菜品老化/环境陈旧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828800"/>
            <a:ext cx="438912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新装修氛围+年轻化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762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村上酒屋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176272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¥90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176272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性价比/快出餐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17627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品质感不足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176272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食材品质+仪式感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164592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隐山居酒屋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523744"/>
            <a:ext cx="82296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¥130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523744"/>
            <a:ext cx="192024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食材好/必吃榜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523744"/>
            <a:ext cx="210312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偏贵/等位久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523744"/>
            <a:ext cx="4389120" cy="347472"/>
          </a:xfrm>
          <a:prstGeom prst="rect">
            <a:avLst/>
          </a:prstGeom>
          <a:solidFill>
            <a:srgbClr val="F9F1E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100元档性价比+深夜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7121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一期一会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2871216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¥150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87121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网红/出片好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87121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量少/复购低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871216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/>
          <a:lstStyle/>
          <a:p>
            <a:pPr algn="ctr"/>
            <a:r>
              <a:rPr sz="900" b="0">
                <a:solidFill>
                  <a:srgbClr val="2C2C2C"/>
                </a:solidFill>
                <a:latin typeface="微软雅黑"/>
              </a:rPr>
              <a:t>实在+会员锁客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474720"/>
            <a:ext cx="5486400" cy="32004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👥 目标客群画像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• 核心：25-35岁白领/情侣/闺蜜（占70%）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• 场景：下班小酌/约会/生日/周末放松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• 习惯：重氛围&gt;重分量，愿为仪式感付费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• 渠道：点评搜索+小红书+朋友推荐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• 频次：月均1.5次（目标培养至3次）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474720"/>
            <a:ext cx="5303520" cy="320040"/>
          </a:xfrm>
          <a:prstGeom prst="round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✨ 银杏的差异化武器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① 100元卡位：比平价有品质，比高端够得着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② 新装修氛围感：灯光/音乐/银杏元素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③ 品牌名自带文艺气息，天然出片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④ 深夜食堂+居酒屋文化=独特社交场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⑤ 全新团队=全新SOP，数字化从0搭最省力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美团收银：专为居酒屋场景打造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多时段经营 × 酒水精细管理 × 氛围不打扰点餐 × 手机看数据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</a:rPr>
              <a:t>📱 扫码点餐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不打扰氛围
酒水分类+推荐搭配
加菜续杯一键操作
支持日/中双语菜单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486400" cy="228600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</a:rPr>
              <a:t>🖥️ 智能收银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小巧不占吧台
桌台管理（散台/吧台/包厢）
一键结账/AA/分单
全支付方式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</a:rPr>
              <a:t>🍶 酒水管理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清酒/啤酒/梅酒分类
按杯卖自动计算剩余
临期提醒防损耗
智能补货建议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486400" cy="228600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</a:rPr>
              <a:t>📊 数据看板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348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手机实时看营收
时段分析：午/晚/深夜
热销TOP10
翻台/客单/人效日推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会员体系：让每位常客变成「数字化常客」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会员旗舰版 · 等级+储值双体系 · 精准运营居酒屋核心客群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32004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🏆 等级会员（养客）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A4A"/>
                </a:solidFill>
                <a:latin typeface="微软雅黑"/>
              </a:rPr>
              <a:t>银杏会员（扫码即入）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</a:rPr>
              <a:t>生日赠清酒1杯 | 消费1元=1积分 | 新品优先尝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A4A"/>
                </a:solidFill>
                <a:latin typeface="微软雅黑"/>
              </a:rPr>
              <a:t>银杏·常客（满800元）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2491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</a:rPr>
              <a:t>全场9.5折 | 月享酒水买一送一 | 优先预约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A4A"/>
                </a:solidFill>
                <a:latin typeface="微软雅黑"/>
              </a:rPr>
              <a:t>银杏·知己（满2000元）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92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</a:rPr>
              <a:t>全场9折 | 季度品鉴会 | 生日8折+甜品 | 专属菜单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86400" cy="320040"/>
          </a:xfrm>
          <a:prstGeom prst="round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💡 旗舰版独有能力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✅ 团购会员卡：点评团购→自动入会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76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✅ 潜客营销：到店未消费→主动触达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78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✅ 沉睡唤醒：30天未到店→自动推券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79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✅ RFM智能分群：频次/金额自动标签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81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✅ 6大特有活动：幸运日/翻倍积分等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✅ 积分商城：兑清酒杯/筷子套装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112471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📋 落地4步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① 桌贴二维码=扫码入会  ② 收银台立牌「扫码入会享9.5折」  ③ 员工话术「帮您注册会员，今天就有生日礼」  ④ 每周三「会员日」双倍积分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储值方案：低门槛锁客，适配居酒屋节奏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人均100元 × 3-5次 = 主推500元档 · 够得着 · 心理负担小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51760" cy="210312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48B2C"/>
                </a:solidFill>
                <a:latin typeface="微软雅黑"/>
              </a:rPr>
              <a:t>入门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微软雅黑"/>
              </a:rPr>
              <a:t>充300送30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微软雅黑"/>
              </a:rPr>
              <a:t>到账330元 | ≈8.9折
约3次消费用完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651760" cy="210312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45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主推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⭐充500送60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到账560元 | ≈8.9折
约5次消费用完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2651760" cy="210312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48B2C"/>
                </a:solidFill>
                <a:latin typeface="微软雅黑"/>
              </a:rPr>
              <a:t>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微软雅黑"/>
              </a:rPr>
              <a:t>充800送120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微软雅黑"/>
              </a:rPr>
              <a:t>到账920元 | ≈8.7折
约8次消费用完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51760" cy="210312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645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48B2C"/>
                </a:solidFill>
                <a:latin typeface="微软雅黑"/>
              </a:rPr>
              <a:t>VIP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微软雅黑"/>
              </a:rPr>
              <a:t>充1500送250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微软雅黑"/>
              </a:rPr>
              <a:t>到账1750元 | ≈8.6折
约15次消费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11247120" cy="32004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💡 为什么主推「充500送60」？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人均100元×5次=500元，2个月内自然消完不积压 → 心理门槛低 → 转化率最高 → 到店5次建立习惯后，大概率续充升级档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12471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🗣️ 结账储值话术（员工照着说）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「您今天消费102元，充500到账560元，相当于这顿+后面4次都打8.9折。下次来直接刷卡不用掏手机，要帮您开通吗？」
⚠️ 新店开业首2周：储值话术每桌必问，目标开口率80%+，首月储值目标50笔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公私域联动：从「被搜到」到「回头客」的完整闭环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公域拉新客 → 到店转会员 → 储值锁定 → 系统自动唤醒复购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320040"/>
          </a:xfrm>
          <a:prstGeom prst="roundRect">
            <a:avLst/>
          </a:prstGeom>
          <a:solidFill>
            <a:srgbClr val="27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🌐 公域引流（让新客找到你）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大众点评（核心阵地）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开业前2周上线商户页+装修美图+「即将开业」标签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首月冲刺：上线¥99双人套餐团购（原价¥140）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目标：首月积累20+优质评价→点评评分4.0+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小红书（种草主力）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每周2篇氛围感笔记（银杏灯光+清酒+摆盘）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邀请3-5位本地美食博主开业探店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关键词锁定：「XX区居酒屋」「氛围感日料」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抖音（场景引流）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拍摄3-5条15s氛围短视频（出餐仪式/调酒/灯光）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上线抖音团购：¥9.9清酒体验券（限时引流）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320040"/>
          </a:xfrm>
          <a:prstGeom prst="round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🔒 私域留客（让老客回来）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到店转化→入会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扫码点餐=自动入会（零摩擦）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首次消费结账推储值：充500送60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储值+会员绑定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储值客户月均到店频次提升2.3倍（行业数据）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储值快用完时系统自动提醒续充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自动化唤醒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7天未到店→推送新品提醒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21天未到店→推送¥20回归券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生日前3天→推送生日专属清酒礼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闭环逻辑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点评/小红书→到店→扫码入会→储值→系统唤醒→复购→好评→更多新客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开业营销节奏：4阶段30天打透新店冷启动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蓄水→试营业→引爆→沉淀 · 每周有动作 · 每天有目标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74320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🌊 蓄水期
开业前2周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点评上线商户页+装修美图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95727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小红书/抖音发3-5条预热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8833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建3个200人福利群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8094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员工话术培训+流程演练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7355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储值/会员系统配置上线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274320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🧪 试营业
开业前1周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7天试营业，首3天50%客量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95727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朋友/KOC优先体验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8833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收集反馈→菜品微调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98094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积累首批10条点评好评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7355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磨合出餐SOP到位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743200" cy="502920"/>
          </a:xfrm>
          <a:prstGeom prst="round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🔥 引爆期
开业第1-2周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开业当天全场8折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395727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点评¥99双人套餐引流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68833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小红书博主探店集中发布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98094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每桌必推储值（目标30笔/周）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27355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好评引导：结账弹好评页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463040"/>
            <a:ext cx="2743200" cy="502920"/>
          </a:xfrm>
          <a:prstGeom prst="round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📈 沉淀期
开业第3-4周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折扣回调至9折→恢复原价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95727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启动会员日（每周三双倍积分）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68833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沉睡唤醒系统激活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98094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月末复盘：评分/会员/流水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27355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• 启动「深夜食堂」限定菜单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112471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🎯 30天核心KPI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2C2C"/>
                </a:solidFill>
                <a:latin typeface="微软雅黑"/>
              </a:rPr>
              <a:t>会员注册≥150人 | 储值笔数≥50笔 | 点评评分≥4.0（好评20+条）| 月流水≥12万 | 储值金额≥2.5万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特色活动：居酒屋专属「氛围感营销」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不打折卖氛围 · 低成本高传播 · 让顾客主动拍照发朋友圈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743200" cy="347472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微软雅黑"/>
              </a:rPr>
              <a:t>🍶 清酒品鉴之夜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92024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每月1次（周五晚）
3款清酒试饮+配餐
¥39.9/人
成本≈15元/人
🔧 万能码报名+会员标签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79" y="4023360"/>
            <a:ext cx="24688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培养高端客群
月增收¥1,500+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63040"/>
            <a:ext cx="2743200" cy="347472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微软雅黑"/>
              </a:rPr>
              <a:t>🎐 和风主题日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92024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每月1次主题装扮
浴衣体验+限定菜品
拍照发圈送甜品
成本≈5元/桌
🔧 扫码点餐限定菜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4023360"/>
            <a:ext cx="24688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社交传播
当月新增评价5+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743200" cy="347472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微软雅黑"/>
              </a:rPr>
              <a:t>🌙 深夜食堂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22:00后秘密菜单
3-5道限定小食+特价酒
灯光调暗+深夜歌单
成本≈8元/份
🔧 扫码定时切换菜单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23360"/>
            <a:ext cx="24688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填充深夜时段
夜间营收+30%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63040"/>
            <a:ext cx="2743200" cy="347472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微软雅黑"/>
              </a:rPr>
              <a:t>🏷️ 集章美食护照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92024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  <a:latin typeface="微软雅黑"/>
              </a:rPr>
              <a:t>8道代表菜集章
集齐送限定清酒杯
美食护照卡¥2/张
周边¥15/份
🔧 万能码电子集章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4023360"/>
            <a:ext cx="24688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复购率+40%
菜品探索深度↑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80"/>
            <a:ext cx="1124712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🚫 品类禁忌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微软雅黑"/>
              </a:rPr>
              <a:t>❌ 不做大分量/大胃王（居酒屋卖精致） ❌ 不做过度折扣（频繁打折=品质下降暗示） ❌ 不做嘈杂活动（氛围要安静精致）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投资回报分析：算得过来的账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💰 首年总投入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软件方案（年费）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美团收银Pro（安卓版）     ¥3,980/年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会员管理-旗舰版            ¥4,888/年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扫码点餐                    ¥1,280/年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评价专家                    ¥1,500/年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C2C2C"/>
                </a:solidFill>
                <a:latin typeface="微软雅黑"/>
              </a:rPr>
              <a:t>  软件小计                   ≈¥11,648/年</a:t>
            </a:r>
          </a:p>
          <a:p>
            <a:pPr>
              <a:spcAft>
                <a:spcPts val="300"/>
              </a:spcAft>
            </a:pPr>
            <a:r>
              <a:rPr sz="600" b="0">
                <a:solidFill>
                  <a:srgbClr val="2C2C2C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硬件配置（一次性）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S4智能一体机               ¥2,980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80C热敏打印机×2            ¥540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• 扫码盒                      ¥100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C2C2C"/>
                </a:solidFill>
                <a:latin typeface="微软雅黑"/>
              </a:rPr>
              <a:t>  硬件小计                   ≈¥3,620</a:t>
            </a:r>
          </a:p>
          <a:p>
            <a:pPr>
              <a:spcAft>
                <a:spcPts val="300"/>
              </a:spcAft>
            </a:pPr>
            <a:r>
              <a:rPr sz="600" b="0">
                <a:solidFill>
                  <a:srgbClr val="2C2C2C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C0392B"/>
                </a:solidFill>
                <a:latin typeface="微软雅黑"/>
              </a:rPr>
              <a:t>⚠️ 以上为标价参考，实际以签约方案为准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320040"/>
          </a:xfrm>
          <a:prstGeom prst="roundRect">
            <a:avLst/>
          </a:prstGeom>
          <a:solidFill>
            <a:srgbClr val="27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📈 月增收测算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B2A4A"/>
                </a:solidFill>
                <a:latin typeface="微软雅黑"/>
              </a:rPr>
              <a:t>增收来源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① 储值锁客增收：50笔×¥500×20%提频 = +¥5,000/月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② 会员复购提升：300人×月均+0.5次×¥100 = +¥15,000/月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③ 深夜时段激活：日均+3桌×¥150×30天 = +¥13,500/月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C2C2C"/>
                </a:solidFill>
                <a:latin typeface="微软雅黑"/>
              </a:rPr>
              <a:t>④ 扫码点餐提效：省1名兼职人力 = +¥3,500/月</a:t>
            </a:r>
          </a:p>
          <a:p>
            <a:pPr>
              <a:spcAft>
                <a:spcPts val="300"/>
              </a:spcAft>
            </a:pPr>
            <a:r>
              <a:rPr sz="600" b="0">
                <a:solidFill>
                  <a:srgbClr val="2C2C2C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7865A"/>
                </a:solidFill>
                <a:latin typeface="微软雅黑"/>
              </a:rPr>
              <a:t>月增收合计：≈¥37,000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（保守估计按60%达成 = ¥22,200/月）</a:t>
            </a:r>
          </a:p>
          <a:p>
            <a:pPr>
              <a:spcAft>
                <a:spcPts val="300"/>
              </a:spcAft>
            </a:pPr>
            <a:r>
              <a:rPr sz="600" b="0">
                <a:solidFill>
                  <a:srgbClr val="2C2C2C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B2A4A"/>
                </a:solidFill>
                <a:latin typeface="微软雅黑"/>
              </a:rPr>
              <a:t>💡 回本周期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首年总投入≈¥15,268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2C2C"/>
                </a:solidFill>
                <a:latin typeface="微软雅黑"/>
              </a:rPr>
              <a:t>保守月增收¥22,200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7865A"/>
                </a:solidFill>
                <a:latin typeface="微软雅黑"/>
              </a:rPr>
              <a:t>→ 约0.7个月回本（首月即回本！）</a:t>
            </a:r>
          </a:p>
          <a:p>
            <a:pPr>
              <a:spcAft>
                <a:spcPts val="300"/>
              </a:spcAft>
            </a:pPr>
            <a:r>
              <a:rPr sz="600" b="0">
                <a:solidFill>
                  <a:srgbClr val="2C2C2C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第2年起：硬件已有，仅续软件年费≈¥11,648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OKR量化目标：30天/60天/90天里程碑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411480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微软雅黑"/>
              </a:rPr>
              <a:t>🏁 30天目标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月流水 ≥ ¥120,000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点评评分 ≥ 4.0（20+好评）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会员注册 ≥ 150人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储值笔数 ≥ 50笔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39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储值金额 ≥ ¥25,000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深夜时段日均 ≥ 3桌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566160" cy="4114800"/>
          </a:xfrm>
          <a:prstGeom prst="roundRect">
            <a:avLst/>
          </a:prstGeom>
          <a:solidFill>
            <a:srgbClr val="F9F1E0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微软雅黑"/>
              </a:rPr>
              <a:t>📈 60天目标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月流水 ≥ ¥150,000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点评评分 ≥ 4.2（40+好评）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会员注册累计 ≥ 300人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46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储值累计 ≥ ¥60,000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039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会员复购率 ≥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661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小红书笔记 ≥ 10篇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188720"/>
            <a:ext cx="3566160" cy="4114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微软雅黑"/>
              </a:rPr>
              <a:t>🚀 90天目标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月流水稳定 ≥ ¥180,000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点评评分 ≥ 4.3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4688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会员累计 ≥ 500人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8346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储值余额 ≥ ¥80,000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20039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会员消费占比 ≥ 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5661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✓ 冲刺本地精选/必吃榜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86400"/>
            <a:ext cx="112471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🔄 复盘节奏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微软雅黑"/>
              </a:rPr>
              <a:t>每周一看数据（流水/人次/储值）→ 每月15号正式复盘（对照OKR） → 每季度调整策略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银杏居酒屋 × 美团收银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48B2C"/>
                </a:solidFill>
                <a:latin typeface="微软雅黑"/>
              </a:rPr>
              <a:t>让每一杯清酒都有数据的温度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20116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🍶 氛围数字化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657600"/>
            <a:ext cx="20116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📊 数据驱动经营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657600"/>
            <a:ext cx="20116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👥 会员精准运营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657600"/>
            <a:ext cx="20116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🚀 新店快速起飞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3657600"/>
            <a:ext cx="2011680" cy="73152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💰 投入快速回本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</a:rPr>
              <a:t>美团餐饮SaaS · 助力银杏居酒屋数字化经营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CC"/>
                </a:solidFill>
                <a:latin typeface="微软雅黑"/>
              </a:rPr>
              <a:t>方案提供：李朝 | 美团餐饮SaaS | 2026年5月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C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