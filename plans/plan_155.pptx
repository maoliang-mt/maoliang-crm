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5B"/>
            </a:gs>
            <a:gs pos="100000">
              <a:srgbClr val="0D47A1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00000"/>
            <a:ext cx="82296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🍕 方小仙披萨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0000"/>
            <a:ext cx="82296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新店开业运营方案 · 数字化经营解决方案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00000"/>
            <a:ext cx="82296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0CAF9"/>
                </a:solidFill>
                <a:latin typeface="Microsoft YaHei"/>
                <a:ea typeface="Microsoft YaHei"/>
                <a:cs typeface="Microsoft YaHei"/>
              </a:rPr>
              <a:t>品牌连锁首店 | 杭州上城·四季青·顺福雅苑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00000"/>
            <a:ext cx="82296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90CAF9"/>
                </a:solidFill>
                <a:latin typeface="Microsoft YaHei"/>
                <a:ea typeface="Microsoft YaHei"/>
                <a:cs typeface="Microsoft YaHei"/>
              </a:rPr>
              <a:t>美团餐饮SaaS运营策划团队 | 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gradFill rotWithShape="1">
            <a:gsLst>
              <a:gs pos="0">
                <a:srgbClr val="1A235B"/>
              </a:gs>
              <a:gs pos="100000">
                <a:srgbClr val="0D47A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0000"/>
            <a:ext cx="82296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📊 门店诊断：新店冷启动·流量为零的紧迫现实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0000"/>
            <a:ext cx="41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🔢 数据基石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0000"/>
            <a:ext cx="4100000" cy="1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经营状态：尚未正式开业（0-7天极新店）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日均流水：&lt;¥1,000（接近零营收）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人均客单价：¥78（中高端社区披萨定位）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30天平台曝光：仅10人次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30天访问：2人 → 消费：0人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• 曝光→访问转化率：20%（✅高于同商圈均值6.94%）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E53E3E"/>
                </a:solidFill>
                <a:latin typeface="Microsoft YaHei"/>
                <a:ea typeface="Microsoft YaHei"/>
                <a:cs typeface="Microsoft YaHei"/>
              </a:rPr>
              <a:t>• 访问→消费转化率：0%（❌远低于同商圈均值10.7%）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门店面积：80㎡ | 品类：西餐/披萨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已签约：收银POS+扫码点餐+会员旗舰版+外卖中心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0000" y="800000"/>
            <a:ext cx="4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53E3E"/>
                </a:solidFill>
                <a:latin typeface="Microsoft YaHei"/>
                <a:ea typeface="Microsoft YaHei"/>
                <a:cs typeface="Microsoft YaHei"/>
              </a:rPr>
              <a:t>⚠️ 四大痛点诊断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0000" y="1050000"/>
            <a:ext cx="4000000" cy="2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❶ 流量荒漠（最致命）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30天仅10曝光=平台几乎不存在。无评价、无团购、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无实拍图→搜索排名极低→自然流量=0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❷ 转化断裂（访问全流失）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2人访问→0消费。原因：详情页空白/菜单不完整/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0评价=客人看了没信心下单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❸ 定价尴尬（78元社区夹心层）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比达美乐贵(¥45-55)却没有仪式感溢价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社区用户的替代选择：一顿湘菜¥30+奶茶¥15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❹ 私域空白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0会员/0储值/无企微群/无社区触达能力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00000"/>
            <a:ext cx="82296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💡 关键发现：曝光→访问转化率20%（高于同行均值6.94%），说明店铺名称/主图有吸引力——但详情页劝退严重。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 开业第一优先级 = ①攒首批30条真实评价 ②完善详情页/实拍图/菜单 ③500米地推建群。不解决这三件事，投再多推广费也是浪费。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gradFill rotWithShape="1">
            <a:gsLst>
              <a:gs pos="0">
                <a:srgbClr val="1A235B"/>
              </a:gs>
              <a:gs pos="100000">
                <a:srgbClr val="0D47A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0000"/>
            <a:ext cx="82296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🏪 商圈竞争格局：不止打披萨，要赢「今天吃什么」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0000"/>
            <a:ext cx="16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80000"/>
            <a:ext cx="1600000" cy="28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30000"/>
            <a:ext cx="16000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7200" y="780000"/>
            <a:ext cx="16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人均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7200" y="780000"/>
            <a:ext cx="1600000" cy="28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7200" y="830000"/>
            <a:ext cx="16000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57200" y="780000"/>
            <a:ext cx="16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核心优势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57200" y="780000"/>
            <a:ext cx="1600000" cy="28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57200" y="830000"/>
            <a:ext cx="16000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核心优势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7200" y="780000"/>
            <a:ext cx="16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弱点/我的切入机会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7200" y="780000"/>
            <a:ext cx="1600000" cy="28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7200" y="830000"/>
            <a:ext cx="16000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弱点/我的切入机会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7200" y="780000"/>
            <a:ext cx="16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威胁度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57200" y="780000"/>
            <a:ext cx="1600000" cy="28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7200" y="830000"/>
            <a:ext cx="16000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威胁度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100000"/>
            <a:ext cx="16000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达美乐(近江)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7200" y="1100000"/>
            <a:ext cx="16000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¥45-55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7200" y="1100000"/>
            <a:ext cx="16000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30分钟必达外卖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7200" y="1100000"/>
            <a:ext cx="16000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堂食体验差,无社区粘性→我做堂食体验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7200" y="1100000"/>
            <a:ext cx="16000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720000"/>
            <a:ext cx="16000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必胜客(万象城)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7200" y="1720000"/>
            <a:ext cx="16000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¥65-80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57200" y="1720000"/>
            <a:ext cx="16000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品牌力+套餐组合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7200" y="1720000"/>
            <a:ext cx="16000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产品老化/年轻人不爱→我做年轻化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7200" y="1720000"/>
            <a:ext cx="16000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40000"/>
            <a:ext cx="16000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棒约翰(凯旋路)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7200" y="2340000"/>
            <a:ext cx="16000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¥55-70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57200" y="2340000"/>
            <a:ext cx="16000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性价比可以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7200" y="2340000"/>
            <a:ext cx="16000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品牌存在感低→我做社区深耕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7200" y="2340000"/>
            <a:ext cx="16000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960000"/>
            <a:ext cx="16000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榴多多披萨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7200" y="2960000"/>
            <a:ext cx="16000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⚠️待确认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57200" y="2960000"/>
            <a:ext cx="16000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榴莲披萨差异化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7200" y="2960000"/>
            <a:ext cx="16000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品类单一/复购受限→我做全品类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7200" y="2960000"/>
            <a:ext cx="16000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80000"/>
            <a:ext cx="16000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周边湘菜面馆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7200" y="3580000"/>
            <a:ext cx="16000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¥25-45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57200" y="3580000"/>
            <a:ext cx="16000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高频刚需+价格低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07200" y="3580000"/>
            <a:ext cx="16000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无仪式感→我打亲子体验差异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57200" y="3580000"/>
            <a:ext cx="16000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🔴替代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250000"/>
            <a:ext cx="82296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🎯 竞争策略：方小仙的核心差异化 = 「社区亲子体验型披萨」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达美乐卖效率，必胜客卖品牌，我们卖「家庭体验+社区温度」。78元=1次亲子DIY手作体验+现烤披萨——这不是一顿饭，是一段亲子时光。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gradFill rotWithShape="1">
            <a:gsLst>
              <a:gs pos="0">
                <a:srgbClr val="1A235B"/>
              </a:gs>
              <a:gs pos="100000">
                <a:srgbClr val="0D47A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0000"/>
            <a:ext cx="82296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🎯 三把钥匙：打开社区披萨新店的正确姿势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00000"/>
            <a:ext cx="8229600" cy="13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7200" y="900000"/>
            <a:ext cx="15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🔑 钥匙一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00" y="900000"/>
            <a:ext cx="3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亲子体验锁家庭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00" y="1250000"/>
            <a:ext cx="55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「方小仙亲子披萨工坊」每周末开放
→ 锁定家庭客群 → 储值转化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00000" y="1000000"/>
            <a:ext cx="2000000" cy="90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0000" y="1100000"/>
            <a:ext cx="1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月引流60组家庭
月储值入账¥9,600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00000"/>
            <a:ext cx="8229600" cy="13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200" y="2300000"/>
            <a:ext cx="15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🔑 钥匙二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000" y="2300000"/>
            <a:ext cx="3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外卖工作餐走量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00" y="2650000"/>
            <a:ext cx="55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¥39-49小规格工作套餐+自营外卖
→ 四季青从业者午餐刚需覆盖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00000" y="2400000"/>
            <a:ext cx="2000000" cy="90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2500000"/>
            <a:ext cx="1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外卖月营收
¥27,150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00000"/>
            <a:ext cx="8229600" cy="13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7200" y="3700000"/>
            <a:ext cx="15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🔑 钥匙三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00000" y="3700000"/>
            <a:ext cx="3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500米地推建私域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00" y="4050000"/>
            <a:ext cx="55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开业前14天地推→企微群→每周三披萨日
→ 养成社区复购习惯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00000" y="3800000"/>
            <a:ext cx="2000000" cy="90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0000" y="3900000"/>
            <a:ext cx="1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首月建500人群
周三复购率≥25%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gradFill rotWithShape="1">
            <a:gsLst>
              <a:gs pos="0">
                <a:srgbClr val="1A235B"/>
              </a:gs>
              <a:gs pos="100000">
                <a:srgbClr val="0D47A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0000"/>
            <a:ext cx="82296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🔑 策略一落地：「方小仙亲子披萨工坊」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0000"/>
            <a:ext cx="4300000" cy="4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📋 活动设计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名称：「方小仙亲子披萨工坊」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频次：每周六/日各1场 | 每场限15组(1大1小)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收费：¥39/位(含DIY+1份6寸成品带走)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时段：10:30-11:30 或 14:00-15:00(60分钟)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🔧 具体怎么做（How）：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❶ 谁来做：店长统筹报名+收款，厨师指导DIY流程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❷ 何时做：开业前7天在妈妈群/小红书发招募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 → 小红书标题「杭州上城｜带娃做披萨才¥39」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 → 企微群接龙报名，限额制造稀缺感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❸ 在哪操作：堂食区划2张大桌为DIY区域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 → 🔧 会员旗舰版→活动管理→创建「亲子活动」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❹ 话术：「宝妈您好，我们每周末有亲子披萨DIY，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 小朋友自己做特有成就感，做完带走，才39元~」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❺ 不参加？：「没关系加个群，群里周三第二份半价，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 住附近随时来尝鲜~」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000" y="780000"/>
            <a:ext cx="3900000" cy="4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💰 转化动作（活动→储值）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活动结束收银台引导：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「今天体验开心吧？家庭储值卡特别划算——」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  ⭐ 充¥300送¥50（约4次家庭消费用完）←主推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  充¥500送¥100（6-7次，高频家庭适合）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🔧 操作路径：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收银POS→会员管理→储值设置→新增「家庭卡」活动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📊 月度转化预估：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4场/月 × 15组/场 × 50%转化 = 30组充值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30组 × ¥300均额 = ¥9,000储值入账/月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💸 成本测算：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面团+芝士+配料≈¥12/位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围裙+手套≈¥2/位 | 每场成本¥210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收入：15×¥39=¥585 | 单场毛利¥375✅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（活动本身盈利，转化储值是额外收益）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gradFill rotWithShape="1">
            <a:gsLst>
              <a:gs pos="0">
                <a:srgbClr val="1A235B"/>
              </a:gs>
              <a:gs pos="100000">
                <a:srgbClr val="0D47A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0000"/>
            <a:ext cx="82296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🔑 策略二落地：外卖「打工人披萨套餐」+ 自营双轨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0000"/>
            <a:ext cx="4300000" cy="3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📋 平台外卖套餐设计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A套餐 ¥39：6寸玛格丽特+薯条+可乐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B套餐 ¥45：6寸培根披萨+鸡翅×2+饮品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C套餐 ¥49：6寸招牌披萨+沙拉+饮品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🔧 How：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❶ 谁：店长上线外卖，厨师控出品速度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❷ 时间：开业前3天完成外卖平台配置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❸ 操作：外卖中心→菜品管理→新增「打工人午餐」分类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 → 套餐主图用实拍（手机+自然光即可）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❹ 定价逻辑：6寸成本¥12-15，套餐总成本¥18-22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 毛利50-55%，扛得住平台抽佣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❺ 配送：午市11:00-13:30集中接单，限3公里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 → 堂食保留正价¥78体验，外卖小规格走量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📌 引流闭环：每份外卖附「堂食体验¥10券」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🔧 外卖中心→优惠券→新建堂食券→关联外卖自动发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000" y="780000"/>
            <a:ext cx="3900000" cy="3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🚀 自营外卖（企微群接龙，0佣金）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已签外卖中心，具备自营能力：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每天10:30群内发「今日推荐」+接龙链接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顺福雅苑内免配送费，1km内加¥2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🔧 外卖中心→自营外卖→配送范围设置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自营客单更高（正价+免佣金净利高）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📊 外卖月营收目标：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平台外卖：日15单×¥42均价 = ¥18,900/月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自营外卖：日5单×¥55均价 = ¥8,250/月</a:t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合计：¥27,150/月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⚠️ 重要：开业首月外卖新店有流量加权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务必在开业当天同步上线外卖，抓住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平台给新店的7天曝光红利期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gradFill rotWithShape="1">
            <a:gsLst>
              <a:gs pos="0">
                <a:srgbClr val="1A235B"/>
              </a:gs>
              <a:gs pos="100000">
                <a:srgbClr val="0D47A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0000"/>
            <a:ext cx="82296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🔑 策略三落地：500米地推 + 企微社群运营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00000"/>
            <a:ext cx="2000000" cy="38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200" y="8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D-14~D-7
📦蓄水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200" y="1350000"/>
            <a:ext cx="1800000" cy="3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印DM单500张(¥150)
• 内容：新店·免费尝一片
• 生成企微活码
• 🔧会员旗舰版→企微
  活码→带参二维码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57200" y="800000"/>
            <a:ext cx="2000000" cy="38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7200" y="8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D-7~D-3
📣地推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7200" y="1350000"/>
            <a:ext cx="1800000" cy="3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17:00-19:00小区入口
• 2人/天，目标50扫码/天
• 话术：「新开披萨店，
  扫码进群开业免费尝~」
• 拒绝？递DM单走人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57200" y="800000"/>
            <a:ext cx="2000000" cy="38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7200" y="8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D-3~D0
🔥预热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7200" y="1350000"/>
            <a:ext cx="1800000" cy="3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群内倒计时+菜单预览
• 「你想吃什么口味」投票
• 预告：前20名到店半价
• 🔧群公告→倒计时海报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57200" y="800000"/>
            <a:ext cx="2000000" cy="38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7200" y="8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长期
♻️复购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7200" y="1350000"/>
            <a:ext cx="1800000" cy="3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周三「披萨日」第2份半价
• 周五「家庭套餐」预告
• 群内晒图返¥5券
• 月目标：群500人
  周三复购率≥25%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50000"/>
            <a:ext cx="82296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💡 核心逻辑：不做满减内卷，用「免费尝一片」(成本¥3/人)低门槛引流→进群→养成周三消费习惯→储值锁定。获客成本远低于平台推广。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gradFill rotWithShape="1">
            <a:gsLst>
              <a:gs pos="0">
                <a:srgbClr val="1A235B"/>
              </a:gs>
              <a:gs pos="100000">
                <a:srgbClr val="0D47A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0000"/>
            <a:ext cx="82296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🌐 公域引擎①：大众点评新店冷启动路径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0000"/>
            <a:ext cx="4300000" cy="4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📊 当前状态 → 目标路径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E53E3E"/>
                </a:solidFill>
                <a:latin typeface="Microsoft YaHei"/>
                <a:ea typeface="Microsoft YaHei"/>
                <a:cs typeface="Microsoft YaHei"/>
              </a:rPr>
              <a:t>当前：0评价/无星级/详情页空白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30天目标：30条真实评价 → 出星级（预计4.5+）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60天目标：冲新店榜 → 热门榜前10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🔧 How（按阶段执行）：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【第1周】基建期：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完善店铺详情页（实拍门头/菜品/环境照≥15张）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上线团购套餐（¥68双人套：9寸披萨+小食+2饮品）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→ 🔧 美团商家后台→团购→新建套餐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菜单完善（招牌菜标注+必点推荐+好评推荐）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【第2-4周】攒评期：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用「免费试」功能（⚠️合规工具，非促评）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→ 🔧 商家后台→营销中心→免费试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→ 设20份免费试名额，吸引首批体验客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服务员不促评！改为制造分享动机：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「这是我们的招牌手工现烤，配料都是进口的，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 拍照发朋友圈很好看~」（引导自发分享）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000" y="780000"/>
            <a:ext cx="3900000" cy="4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53E3E"/>
                </a:solidFill>
                <a:latin typeface="Microsoft YaHei"/>
                <a:ea typeface="Microsoft YaHei"/>
                <a:cs typeface="Microsoft YaHei"/>
              </a:rPr>
              <a:t>⚠️ 合规红线（2025年10月新规）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E53E3E"/>
                </a:solidFill>
                <a:latin typeface="Microsoft YaHei"/>
                <a:ea typeface="Microsoft YaHei"/>
                <a:cs typeface="Microsoft YaHei"/>
              </a:rPr>
              <a:t>❌ 严禁：好评返现/好评送菜/扫码给券邀评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E53E3E"/>
                </a:solidFill>
                <a:latin typeface="Microsoft YaHei"/>
                <a:ea typeface="Microsoft YaHei"/>
                <a:cs typeface="Microsoft YaHei"/>
              </a:rPr>
              <a:t>❌ 严禁：「给5星好评送XX」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✅ 合规：免费试/免费菜（平台官方工具）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✅ 合规：做好产品服务→客人自发分享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📌 分享动机设计：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出品摆盘注重颜值（拉丝披萨=天然出片）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餐桌放「拍照小道具」（迷你意大利国旗/假绿植）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包装盒印品牌slogan+小红书话题tag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亲子DIY场景天然高分享率（宝妈晒娃）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📊 点评OKR：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30天：30条真实评价（免费试15条+自然15条）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60天：出星级≥4.5分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90天：进入商圈新店榜/热门榜前10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gradFill rotWithShape="1">
            <a:gsLst>
              <a:gs pos="0">
                <a:srgbClr val="1A235B"/>
              </a:gs>
              <a:gs pos="100000">
                <a:srgbClr val="0D47A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0000"/>
            <a:ext cx="82296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🌐 公域引擎②：小红书种草 + 抖音团购（低成本获客）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0000"/>
            <a:ext cx="4300000" cy="4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2242"/>
                </a:solidFill>
                <a:latin typeface="Microsoft YaHei"/>
                <a:ea typeface="Microsoft YaHei"/>
                <a:cs typeface="Microsoft YaHei"/>
              </a:rPr>
              <a:t>📕 小红书策略（核心公域渠道）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披萨=高颜值品类，天然适合小红书种草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🔧 How：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❶ 谁来做：店长/老板娘，每周发2条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❷ 内容方向（3类轮发）：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• 产品类：拉丝披萨制作过程+出炉特写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• 亲子类：小朋友DIY披萨花絮（宝妈共鸣）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• 探店类：邀请本地博主免费体验（成本1份pizza）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❸ 标题模板：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「杭州上城｜社区里的宝藏披萨店¥39起」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「带娃做披萨DIY｜四季青亲子好去处」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❹ 发布时间：周四/周五晚8点（锁周末决策）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❺ 不会写？：手机拍15s出炉视频+3张图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 配文套模板即可，不需要专业设备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📊 目标：月8篇笔记→搜索「上城区披萨」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前3个月占位→月引流到店15-20人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000" y="780000"/>
            <a:ext cx="3900000" cy="4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🎵 抖音团购策略（补充渠道）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披萨适合短视频展示（出炉拉丝/DIY过程）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🔧 How：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❶ 开通抖音团购（0成本）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❷ 上线1-2款引流套餐：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• ¥9.9单人饮品券（到店消费门槛）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• ¥59双人体验套（6寸+小食，低于堂食价）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❸ 内容：每周1条15s短视频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• 拍摄「披萨出炉拉丝」的爽感画面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• 配BGM+字幕「四季青新开的宝藏披萨」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❹ 达人合作：邀1-2位本地美食达人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 (粉丝1-5万，报价200-500/条)免费体验出内容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📊 目标：3个月积累500+粉丝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团购月核销20单→引流到店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💡 公域联动闭环：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小红书/抖音种草 → 到店体验 → 扫码入会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→ 进企微群 → 储值锁定 → 群内复购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（公域拉新 → 私域留客 → 储值锁客）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gradFill rotWithShape="1">
            <a:gsLst>
              <a:gs pos="0">
                <a:srgbClr val="1A235B"/>
              </a:gs>
              <a:gs pos="100000">
                <a:srgbClr val="0D47A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0000"/>
            <a:ext cx="82296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🏆 私域留客：会员体系 + 储值设计（已签会员旗舰版）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0000"/>
            <a:ext cx="4300000" cy="4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👥 会员体系设计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扫码点餐自动注册会员（零门槛入会）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会员权益三板斧：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① 会员价：指定3款菜品专享价（省¥5-8/款）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 → 招牌披萨/小食拼盘/特饮 各设会员价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② 生日礼：生日当天免费升级9寸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 → 🔧 会员旗舰版→权益设置→生日营销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③ 积分体系：消费1元=1积分，200积分换小食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 → 🔧 会员旗舰版→积分规则→设置兑换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📌 入会动线：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扫码点餐→自动成为会员→首单赠¥5券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→ 用券体验好→第2次来→引导储值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 🔧 扫码点餐→弹窗设置→新客首单减¥5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📊 会员OKR：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首月：入会200人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3个月：入会600人，活跃率≥40%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000" y="780000"/>
            <a:ext cx="3900000" cy="4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💳 储值方案设计（适配¥78客单）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⚠️ 储值不是万能药——方小仙适合储值的理由：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✅ 社区店=固定客群 ✅ 家庭复购高频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✅ ¥78客单×4次=¥312≈充¥300门槛合理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储值档位设计：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充¥200 送¥20（约2.5次用完，体验档）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  ⭐充¥300 送¥50（约4次用完）←主推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充¥500 送¥100（约6次，家庭高频档）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🔧 操作：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收银POS→储值管理→新增活动→设3档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收银员结账话术：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「您今天消费¥78，充¥300送¥50，等于这顿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免费了还多送¥50，下次带家人来直接刷~」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客人犹豫？：「充¥200也行，送¥20，先体验~」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📊 储值OKR：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首月：储值入账¥15,000（含亲子转化¥9K）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3个月：累计储值¥50,000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gradFill rotWithShape="1">
            <a:gsLst>
              <a:gs pos="0">
                <a:srgbClr val="1A235B"/>
              </a:gs>
              <a:gs pos="100000">
                <a:srgbClr val="0D47A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0000"/>
            <a:ext cx="82296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📅 开业30天营销节奏（四阶段精确到周）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80000"/>
            <a:ext cx="2000000" cy="41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7200" y="830000"/>
            <a:ext cx="184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第1周
🏗️基建期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7200" y="1300000"/>
            <a:ext cx="1840000" cy="3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D1: 详情页15张实拍上线
• D1: 外卖平台同步开通
• D2: 团购套餐¥68上线
• D3: 免费试20份上架
• D5: 小红书首篇开业帖
• D7: 企微群满200人✓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57200" y="780000"/>
            <a:ext cx="2000000" cy="41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7200" y="830000"/>
            <a:ext cx="184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第2周
📣引爆期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7200" y="1300000"/>
            <a:ext cx="1840000" cy="3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D8: 首场亲子DIY（周六）
• D9: 第二场DIY（周日）
• D10: 群内晒图返券启动
• D12: 抖音团购上线
• D14: 点评评价≥15条✓
• 储值累计≥¥5,000✓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57200" y="780000"/>
            <a:ext cx="2000000" cy="41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7200" y="830000"/>
            <a:ext cx="184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第3周
🔄复购期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7200" y="1300000"/>
            <a:ext cx="1840000" cy="3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周三「披萨日」第2份半价
• 第3/4场亲子DIY
• 外卖日均稳定10单+
• 小红书第3-4篇发布
• 点评评价累计≥25条✓
• 会员累计≥150人✓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57200" y="780000"/>
            <a:ext cx="2000000" cy="41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7200" y="830000"/>
            <a:ext cx="184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第4周
📈稳增期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7200" y="1300000"/>
            <a:ext cx="1840000" cy="3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外卖日均15单+达标
• 企微群≥400人
• 点评≥30条→出星✓
• 月储值入账≥¥12K
• 总结月数据→调整策略
• 启动月度会员日规划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gradFill rotWithShape="1">
            <a:gsLst>
              <a:gs pos="0">
                <a:srgbClr val="1A235B"/>
              </a:gs>
              <a:gs pos="100000">
                <a:srgbClr val="0D47A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0000"/>
            <a:ext cx="82296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📊 量化OKR + 投资回报分析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0000"/>
            <a:ext cx="43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🎯 90天OKR目标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0000"/>
            <a:ext cx="4300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【营收目标】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月营收目标：¥85,000（堂食¥58K+外卖¥27K）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堂食：日均15桌×¥78客单×26天=¥30,420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+储值释放消费：约¥27,000/月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外卖：¥27,150/月（平台+自营）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【点评目标】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30天：30条真实评价，出星级≥4.5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60天：50条评价，进新店榜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90天：70条评价，冲热门榜前10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【会员目标】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30天：200人入会，储值¥15,000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60天：400人，累计储值¥35,000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90天：600人，累计储值¥55,000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000" y="780000"/>
            <a:ext cx="39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💰 投资回报测算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000" y="1050000"/>
            <a:ext cx="3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月增收益拆解（稳态/第3个月起）：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① 外卖新增营收      +¥27,150/月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（原无外卖→现日均20单）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② 储值锁定消费      +¥15,000/月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（亲子转化+结账推荐）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③ 会员复购提升      +¥8,000/月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（会员月消费频次+0.5次×200活跃会员×¥78）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④ 扫码点餐省人力    +¥3,500/月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（省0.5个服务员人力）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━━━━━━━━━━━━━━━━━</a:t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月增收益合计：+¥53,650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SaaS年费投入：≈¥10,000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（收银+扫码+会员旗舰+外卖中心套餐价）</a:t>
            </a:r>
          </a:p>
          <a:p>
            <a:pPr algn="l">
              <a:spcBef>
                <a:spcPts val="200"/>
              </a:spcBef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💡 回本周期：&lt;1个月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（¥10,000÷¥53,650≈0.19月）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⚠️ 第一个月为爬坡期，预计实现60%即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 ¥32,000增收，仍可首月回本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5B"/>
            </a:gs>
            <a:gs pos="100000">
              <a:srgbClr val="0D47A1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0000"/>
            <a:ext cx="82296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🍕 方小仙披萨 × 美团餐饮SaaS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00000"/>
            <a:ext cx="82296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让每一片披萨，都成为家庭的美好记忆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400000"/>
            <a:ext cx="1550000" cy="600000"/>
          </a:xfrm>
          <a:prstGeom prst="round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7200" y="2500000"/>
            <a:ext cx="145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🏪 社区深耕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7200" y="2400000"/>
            <a:ext cx="1550000" cy="600000"/>
          </a:xfrm>
          <a:prstGeom prst="round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57200" y="2500000"/>
            <a:ext cx="145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👨‍👩‍👧 亲子体验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57200" y="2400000"/>
            <a:ext cx="1550000" cy="600000"/>
          </a:xfrm>
          <a:prstGeom prst="round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7200" y="2500000"/>
            <a:ext cx="145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📱 数字私域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7200" y="2400000"/>
            <a:ext cx="1550000" cy="600000"/>
          </a:xfrm>
          <a:prstGeom prst="round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57200" y="2500000"/>
            <a:ext cx="145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🚀 外卖增收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57200" y="2400000"/>
            <a:ext cx="1550000" cy="600000"/>
          </a:xfrm>
          <a:prstGeom prst="round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07200" y="2500000"/>
            <a:ext cx="145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📈 数据驱动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00000"/>
            <a:ext cx="82296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0CAF9"/>
                </a:solidFill>
                <a:latin typeface="Microsoft YaHei"/>
                <a:ea typeface="Microsoft YaHei"/>
                <a:cs typeface="Microsoft YaHei"/>
              </a:rPr>
              <a:t>目标：90天内月营收突破¥85,000 | 点评4.5+星 | 会员600+人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00000"/>
            <a:ext cx="82296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7890AA"/>
                </a:solidFill>
                <a:latin typeface="Microsoft YaHei"/>
                <a:ea typeface="Microsoft YaHei"/>
                <a:cs typeface="Microsoft YaHei"/>
              </a:rPr>
              <a:t>美团餐饮SaaS运营策划团队 | 2026年7月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