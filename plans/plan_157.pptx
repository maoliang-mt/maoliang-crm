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2E5C"/>
            </a:gs>
            <a:gs pos="100000">
              <a:srgbClr val="2A6DD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00000"/>
            <a:ext cx="82296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渝匠烤鱼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0000"/>
            <a:ext cx="82296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CCDDFF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0000" y="2650000"/>
            <a:ext cx="2100000" cy="25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00000"/>
            <a:ext cx="82296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AABBDD"/>
                </a:solidFill>
                <a:latin typeface="Microsoft YaHei"/>
                <a:ea typeface="Microsoft YaHei"/>
                <a:cs typeface="Microsoft YaHei"/>
              </a:rPr>
              <a:t>美团收银 ｜ 烤鱼品类专属方案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00000"/>
            <a:ext cx="82296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2026年7月  ·  美团餐饮SaaS运营策划团队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🔍 门店诊断 · 品类机遇与挑战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20000"/>
            <a:ext cx="3900000" cy="4350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000" y="660000"/>
            <a:ext cx="3750000" cy="4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>
                <a:solidFill>
                  <a:srgbClr val="E81A1A"/>
                </a:solidFill>
                <a:latin typeface="Microsoft YaHei"/>
                <a:ea typeface="Microsoft YaHei"/>
                <a:cs typeface="Microsoft YaHei"/>
              </a:rPr>
              <a:t>⚠️ 核心痛点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❶ 新店零口碑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尚未开业，点评0评价0星级。顾客搜「彭埠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烤鱼」看不到你→开业首月纯靠路过客，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⚠️假设日均流水＜1000元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❷ 50㎡面积天花板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约10-12桌，纯堂食日营收上限~3500元。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必须用外卖+夜宵延长营业时段突破坪效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❸ 品牌连锁挤压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半天妖(¥72)彭埠已布点，品牌流量碾压；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探鱼(¥80)辐射覆盖本区域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❹ 社区底商同质化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周边夫妻烧烤店密集(¥50-60)，价格战风险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高→需「重庆正宗」定位破局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50000" y="620000"/>
            <a:ext cx="3900000" cy="4350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0000" y="660000"/>
            <a:ext cx="3750000" cy="4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🔥 赛道机遇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❶ 烧烤市场2840亿，年增10%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烤鱼+烤串复合模式成主流→渝匠走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「烤鱼+烤串+啤酒」复合路线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❷ 人均70-90元=彭埠甜区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不必打价格战，靠「活鱼现烤」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品质感走差异化路线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❸ 夜宵场景红利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衍新玉府/御道家园/景瑞天赋居住密集，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年轻租户+家庭多，夜宵刚需旺盛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❹ 「渝派烤鱼」心智空白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周边无强势重庆烤鱼品牌，半天妖主打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青花椒同质化→「渝派+明档」可卡位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🏪 竞品实战 · 周边3公里竞争格局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0000"/>
            <a:ext cx="8229600" cy="33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7200" y="650000"/>
            <a:ext cx="1660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竞品门店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7200" y="650000"/>
            <a:ext cx="810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7200" y="650000"/>
            <a:ext cx="2660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 &amp; 弱点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7200" y="650000"/>
            <a:ext cx="2660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渝匠切入机会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950000"/>
            <a:ext cx="8229600" cy="10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200" y="975000"/>
            <a:ext cx="16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半天妖青花椒烤鱼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2200" y="975000"/>
            <a:ext cx="80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¥72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2200" y="975000"/>
            <a:ext cx="26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✅品牌认知+标准化
❌口味同质化、冻鱼预制
❌场景感弱、无明档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2200" y="975000"/>
            <a:ext cx="26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「活鱼现杀」打冻鱼
明档操作台制造信任
「渝派」口味差异化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00000"/>
            <a:ext cx="8229600" cy="10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200" y="2025000"/>
            <a:ext cx="16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探鱼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2200" y="2025000"/>
            <a:ext cx="80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¥80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2200" y="2025000"/>
            <a:ext cx="26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✅SKU丰富+环境年轻化
❌距彭埠偏远（近铁/来福士）
❌品牌溢价感下降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2200" y="2025000"/>
            <a:ext cx="26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地段就近优势
夜宵时段探鱼不覆盖
烤串补品类宽度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50000"/>
            <a:ext cx="8229600" cy="10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200" y="3075000"/>
            <a:ext cx="16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周边夫妻烧烤店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2200" y="3075000"/>
            <a:ext cx="80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¥50-60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2200" y="3075000"/>
            <a:ext cx="26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✅价格低、烟火气
❌品质不稳、无品牌感
❌卫生/环境一般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2200" y="3075000"/>
            <a:ext cx="265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品质升级同价位更干净
烤鱼+烤串一站式
扫码点餐提升体验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50000"/>
            <a:ext cx="8229600" cy="43000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000" y="4180000"/>
            <a:ext cx="7800000" cy="3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💡 核心判断：彭埠竞争中偏高，但「重庆正宗烤鱼」心智空白→用「渝派活鱼现烤」卡位，前3月把1.5km住户企微加到2000人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 冷启动三板斧 · 开业前15天到开业后30天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20000"/>
            <a:ext cx="2550000" cy="4350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200" y="650000"/>
            <a:ext cx="243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🎯 第一斧：社区预售锁客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200" y="900000"/>
            <a:ext cx="243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开业前15天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7200" y="1100000"/>
            <a:ext cx="2430000" cy="3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What：19.9元锁128元双人烤鱼套餐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（活鱼一条+4串+2啤酒）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How：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谁：老板/店长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时间：开业前15天→D-1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操作：找衍新玉府/御道家园/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景瑞天赋业主群团长3-5人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🔧美团后台→营销中心→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代金券→创建19.9锁128券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话术：「小区楼下重庆烤鱼，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活鱼现杀，19.9抢128双人餐，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限200份」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团长不接→每张返3元佣金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🎯 目标：预售300-500单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7200" y="620000"/>
            <a:ext cx="2550000" cy="4350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7200" y="650000"/>
            <a:ext cx="243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⭐ 第二斧：点评攻坚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7200" y="900000"/>
            <a:ext cx="243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开业首周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7200" y="1100000"/>
            <a:ext cx="2430000" cy="3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What：30天攒50条真实好评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→ 冲新店榜→热门榜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How：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谁：店长+全员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时间：D1起每天检查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🔧点评商家后台→免费试→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设20个/周名额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🔧后台→门店信息→必吃理由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填「活鱼现杀·重庆老师傅」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服务员话术：「今天现杀鲈鱼，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鱼肉还在弹，觉得好帮写两句」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差评2h内后台回复+店长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电话致歉+赠小食券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⛔ 严禁促评！体验引导为主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7200" y="620000"/>
            <a:ext cx="2550000" cy="4350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7200" y="650000"/>
            <a:ext cx="243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🌙 第三斧：夜宵卡位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7200" y="900000"/>
            <a:ext cx="243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开业第8天起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7200" y="1100000"/>
            <a:ext cx="2430000" cy="3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What：拉到凌晨1点营业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推79元深夜双人套餐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How：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谁：老板排夜班(1厨+1服)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时间：D8起每晚21:00-01:00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🔧扫码点餐→菜单管理→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新建「深夜渝匠」分类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(21:00自动切换，15-20个SKU)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🔧美团外卖→营业时间改01:00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套餐：烤鱼半条+4串+2啤=¥79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食材成本~28元，毛利65%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抖音拍3条：「彭埠深夜烤鱼」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「杭州东站附近宵夜」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员工不愿夜班→夜宵提成+5元/单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🎯 目标：夜宵占总营收30%+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📢 公域引流 · 三平台获客联动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20000"/>
            <a:ext cx="2550000" cy="4350000"/>
          </a:xfrm>
          <a:prstGeom prst="roundRect">
            <a:avLst>
              <a:gd name="adj" fmla="val 5000"/>
            </a:avLst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200" y="650000"/>
            <a:ext cx="243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📍 大众点评（核心）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200" y="950000"/>
            <a:ext cx="2430000" cy="3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🎯 30天出星+冲新店榜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① 门店信息100%填满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🔧商家后台→门店管理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招牌菜/环境/菜品图各10张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必吃理由：「活鱼现杀现烤」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② 团购套餐（D-3上架）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🔧后台→团购→新建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A：双人烤鱼 ¥99（原128）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B：4人聚餐 ¥199（原268）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③ 免费试引流（D1起）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🔧营销中心→免费试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20个/周，体验后自发评价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④ 差评2h内必回复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7200" y="620000"/>
            <a:ext cx="2550000" cy="4350000"/>
          </a:xfrm>
          <a:prstGeom prst="roundRect">
            <a:avLst>
              <a:gd name="adj" fmla="val 5000"/>
            </a:avLst>
          </a:prstGeom>
          <a:solidFill>
            <a:srgbClr val="EC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7200" y="650000"/>
            <a:ext cx="243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🎬 抖音（夜宵流量）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7200" y="950000"/>
            <a:ext cx="2430000" cy="3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🎯 3条视频+本地搜索排名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① 开业前拍3条探店视频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·重庆师傅现杀活鱼 15秒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·彭埠深夜食堂79元双人餐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·杭州东站5分钟渝匠烤鱼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② 关键词锁定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标题含：彭埠夜宵/杭州东站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烤鱼/上城区烤鱼/深夜食堂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③ 团购同步上架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🔧抖音来客→团购管理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与点评套餐一致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④ 每周更新1条短视频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素材：客人反应/后厨/夜市氛围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17200" y="620000"/>
            <a:ext cx="2550000" cy="4350000"/>
          </a:xfrm>
          <a:prstGeom prst="roundRect">
            <a:avLst>
              <a:gd name="adj" fmla="val 5000"/>
            </a:avLst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7200" y="650000"/>
            <a:ext cx="243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📝 小红书（种草口碑）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7200" y="950000"/>
            <a:ext cx="2430000" cy="3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🎯 月2篇笔记+搜索曝光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① 开业拍2组探店图文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重点拍：明档杀鱼/成品摆盘/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啤酒碰杯/夜宵氛围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② 关键词布局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「杭州烤鱼推荐」「彭埠美食」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「杭州夜宵」「重庆烤鱼杭州」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③ 邀2-3位本地美食博主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预算：免费试吃即可（小博主）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要求：笔记带定位+标签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④ 每月2篇持续更新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新品/节日/顾客故事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🔒 私域留客 · 会员体系+储值锁客+社群运营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20000"/>
            <a:ext cx="4000000" cy="4350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000" y="660000"/>
            <a:ext cx="3850000" cy="4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👥 会员体系设计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扫码点餐自动入会（零门槛）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🔧收银后台→会员设置→扫码自动注册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新客首单即入会，无需单独注册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会员权益（贴合烤鱼客单¥70-90）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会员价：招牌烤鱼会员减¥5（原¥68→¥63）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生日礼：生日当天赠烤鱼一条（成本~¥15）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积分：消费1元=1分，500分换凉菜拼盘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⭐ 推荐旗舰版会员（¥4888/年）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旗舰独有：团购会员卡+潜客营销+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6大特有活动（沉睡唤醒/流失召回/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新客礼/消费满赠/推荐有礼/精准push）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🎯 首月目标：新增会员200人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（日均7人，扫码点餐自动沉淀）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07200" y="620000"/>
            <a:ext cx="3900000" cy="2200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7200" y="660000"/>
            <a:ext cx="3780000" cy="21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储值方案（低门槛锁客）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⚠️ 新店开业初期不急推储值，先用会员价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培养消费习惯，开业满1个月、有回头客后启动：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充 ¥200 送 ¥25（约3次消费用完）← 体验档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充 ¥400 送 ¥60（约5次消费）⭐ 主推档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充 ¥800 送 ¥150（约10次消费）← 尊享档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主推¥400档：3-5次用完，心理负担小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🔧收银后台→储值活动→创建三档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话术：「您今天消费85，充400够吃5次，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送60块，下次直接刷」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07200" y="2920000"/>
            <a:ext cx="3900000" cy="2050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7200" y="2960000"/>
            <a:ext cx="3780000" cy="19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3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💬 企微社群（核心私域池）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收银台/桌贴放企微二维码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话术：「加群领8折夜宵券」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每周群内推1次福利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（周三夜宵折扣/周末新品尝鲜）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🔧企微→客户群→建「渝匠烤鱼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·彭埠粉丝群」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🎯 3个月企微加到2000人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（这个数字=这家店能活的底线）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点评口碑 · 新店从0到热门榜路径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20000"/>
            <a:ext cx="1950000" cy="4350000"/>
          </a:xfrm>
          <a:prstGeom prst="roundRect">
            <a:avLst>
              <a:gd name="adj" fmla="val 5000"/>
            </a:avLst>
          </a:prstGeom>
          <a:solidFill>
            <a:srgbClr val="FD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7200" y="650000"/>
            <a:ext cx="187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📍 第1阶段：出星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0" y="890000"/>
            <a:ext cx="187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D1-D15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7200" y="1090000"/>
            <a:ext cx="1870000" cy="3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目标：15天集齐30条评价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免费试：20人/周（自发评价）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门店信息100%完善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菜品图10张+环境图5张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必吃理由：活鱼现杀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每条差评2h内回复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⛔ 不做任何促评动作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200" y="620000"/>
            <a:ext cx="1950000" cy="4350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7200" y="650000"/>
            <a:ext cx="187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🔥 第2阶段：新店榜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7200" y="890000"/>
            <a:ext cx="187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D15-D30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7200" y="1090000"/>
            <a:ext cx="1870000" cy="3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目标：累计50条评价，上新店榜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持续免费试（每周15人）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点评团购套餐核销率＞60%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分享动机打造：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明档杀鱼=天然拍照素材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「重庆烤鱼」摆盘出片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回复率保持100%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预期星级：3.5-4.0星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200" y="620000"/>
            <a:ext cx="1950000" cy="4350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7200" y="650000"/>
            <a:ext cx="187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📈 第3阶段：冲榜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7200" y="890000"/>
            <a:ext cx="187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D30-D90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7200" y="1090000"/>
            <a:ext cx="1870000" cy="3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目标：评分4.5+，冲热门榜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月均新增评价20-30条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好评率＞90%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差评应对SOP固化：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发现→回复→电话→补偿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团购套餐每月微调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（保持新鲜感+评价量）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预期星级：4.0-4.5星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200" y="620000"/>
            <a:ext cx="1950000" cy="4350000"/>
          </a:xfrm>
          <a:prstGeom prst="roundRect">
            <a:avLst>
              <a:gd name="adj" fmla="val 5000"/>
            </a:avLst>
          </a:prstGeom>
          <a:solidFill>
            <a:srgbClr val="EC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7200" y="650000"/>
            <a:ext cx="187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🏆 第4阶段：守榜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7200" y="890000"/>
            <a:ext cx="187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D90+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7200" y="1090000"/>
            <a:ext cx="1870000" cy="3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目标：稳定4.5星，冲好评榜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口碑维护常态化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月度差评分析会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TOP3差评原因→改进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定期菜品/服务优化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老客好评自然沉淀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合规工具：免费试+免费菜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⛔ 全程严禁任何促评行为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🔧 产品场景化 · SaaS如何解决你的具体问题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20000"/>
            <a:ext cx="3950000" cy="2050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200" y="640000"/>
            <a:ext cx="383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📱 扫码点餐 → 省人省心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200" y="870000"/>
            <a:ext cx="3830000" cy="1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你的问题：50㎡小店只请得起1-2人，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高峰期点菜收银忙不过来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解决方案：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顾客扫码自助点餐→减1名服务员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后厨自动接单打印→出餐提速30%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扫码即入会→零成本沉淀会员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效果：月省人力¥3000-4000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7200" y="620000"/>
            <a:ext cx="3950000" cy="2050000"/>
          </a:xfrm>
          <a:prstGeom prst="roundRect">
            <a:avLst>
              <a:gd name="adj" fmla="val 5000"/>
            </a:avLst>
          </a:prstGeom>
          <a:solidFill>
            <a:srgbClr val="EC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200" y="640000"/>
            <a:ext cx="383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📊 经营数据 → 手机看报表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200" y="870000"/>
            <a:ext cx="3830000" cy="1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你的问题：新店开业，不知道哪些菜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好卖、哪个时段该备多少货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解决方案：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🔧美团收银App→经营报表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实时看：菜品销量排名/时段分布/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客单价趋势/外卖vs堂食占比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每周数据复盘→砍滞销菜+推爆品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效果：食材损耗降低15-20%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20000"/>
            <a:ext cx="3950000" cy="2050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200" y="2840000"/>
            <a:ext cx="383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🛵 外卖管理 → 突破坪效天花板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200" y="3070000"/>
            <a:ext cx="3830000" cy="1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你的问题：50㎡堂食上限~3500元/天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纯靠堂食养不活这家店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解决方案：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美团外卖+扫码点餐一体化管理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外卖出餐动线优化（小店出餐快=优势）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外卖专属菜单（适合外送的SKU）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外卖评分维护→排名提升→订单量↑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效果：外卖月增收¥8000-12000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7200" y="2820000"/>
            <a:ext cx="3950000" cy="2050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200" y="2840000"/>
            <a:ext cx="383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👥 会员系统 → 锁住回头客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200" y="3070000"/>
            <a:ext cx="3830000" cy="1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你的问题：社区店靠复购活，但不知道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谁来过、多久没来、怎么召回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解决方案：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扫码自动入会→沉淀消费数据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沉睡客户自动push→流失召回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会员价+储值→复购率提升25%+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🔧旗舰版6大活动精准触达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效果：复购率从15%→40%+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📅 开业营销节奏 · 4周落地计划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20000"/>
            <a:ext cx="1950000" cy="4350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7200" y="650000"/>
            <a:ext cx="187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🔥 第1周：蓄水期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200" y="890000"/>
            <a:ext cx="187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D-7 ~ D0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7200" y="1090000"/>
            <a:ext cx="1870000" cy="3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核心：锁客+造势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D-7：团长合作谈妥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3-5个小区群开始预售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D-5：点评门店信息填满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团购套餐上架（¥99/¥199）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D-3：抖音发第1条视频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「重庆师傅现杀活鱼」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D-1：员工话术演练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扫码点餐全流程测试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🎯 预售200单+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200" y="620000"/>
            <a:ext cx="1950000" cy="4350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7200" y="650000"/>
            <a:ext cx="187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⭐ 第2周：体验期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7200" y="890000"/>
            <a:ext cx="187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D1 ~ D7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7200" y="1090000"/>
            <a:ext cx="1870000" cy="3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核心：口碑冷启动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D1：开业当天免费试启动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20人/周到店体验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D2：收银台放企微二维码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「加群领8折夜宵券」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D3：检查点评评价数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差评2h内回复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D5：抖音发第2条视频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D7：第一周数据复盘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（客单/翻台/外卖占比）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🎯 首周评价15条+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200" y="620000"/>
            <a:ext cx="1950000" cy="4350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7200" y="650000"/>
            <a:ext cx="187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📈 第3周：爆发期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7200" y="890000"/>
            <a:ext cx="187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D8 ~ D14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7200" y="1090000"/>
            <a:ext cx="1870000" cy="3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核心：夜宵+外卖拉量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D8：夜宵模式启动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「深夜渝匠」菜单上线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营业延至凌晨1点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D9：外卖平台优化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主图/菜品描述/满减设置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D10：小红书发第1篇笔记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D12：社群首次福利推送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「周三夜宵8折」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D14：累计评价30条检查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🎯 日均流水破¥2500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200" y="620000"/>
            <a:ext cx="1950000" cy="4350000"/>
          </a:xfrm>
          <a:prstGeom prst="roundRect">
            <a:avLst>
              <a:gd name="adj" fmla="val 5000"/>
            </a:avLst>
          </a:prstGeom>
          <a:solidFill>
            <a:srgbClr val="EC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7200" y="650000"/>
            <a:ext cx="187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🏆 第4周：稳增期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7200" y="890000"/>
            <a:ext cx="187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D15 ~ D30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7200" y="1090000"/>
            <a:ext cx="1870000" cy="3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核心：复购+储值启动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D15：储值活动上线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（有回头客基础后再推）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D18：会员日首次触发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「每周三会员烤鱼减¥5」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D21：大暑节点（7月22日）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赠冰粉+凉菜拼盘特价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D25：月度数据复盘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砍滞销菜/推爆品组合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▸ D30：冲50条评价+新店榜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🎯 月流水破¥60000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20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 投资回报 · 花多少 赚多少 多久回本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20000"/>
            <a:ext cx="3800000" cy="2900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000" y="660000"/>
            <a:ext cx="3650000" cy="2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📋 投入明细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软件年费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收银POS + 扫码点餐（已签约）      ¥0（已有）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会员旗舰版（推荐新增）         ¥4,888/年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硬件（一次性）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⚠️假设已有收银硬件               ¥0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营销预算（开业首月）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社区预售佣金（团长返利）      ~¥1,000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免费试食材成本(20人/周×4周)    ~¥800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抖音/小红书内容制作            ~¥0（自拍）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首年总投入：约 ¥6,688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（软件¥4,888 + 营销¥1,800）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200" y="620000"/>
            <a:ext cx="4100000" cy="2900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7200" y="660000"/>
            <a:ext cx="3980000" cy="27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4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📈 月增收测算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① 扫码点餐省人力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省1名兼职服务员             +¥3,000/月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② 外卖渠道增量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⚠️假设日均外卖15单×¥55      +¥8,000/月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（50㎡小店外卖是必争增量）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③ 夜宵时段增量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⚠️假设日均夜宵12桌×¥75      +¥9,000/月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④ 会员复购提升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复购率15%→35%（+20%×200会员） +¥3,000/月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月增收合计：约 ¥23,000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💡 回本周期：不足1个月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0000"/>
            <a:ext cx="8229600" cy="135000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000" y="3660000"/>
            <a:ext cx="8079600" cy="1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 3个月OKR量化目标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📊 月营收：开业月¥45,000 → 第2月¥60,000 → 第3月¥75,000（目标月流水7.5万）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⭐ 点评评分：第1月出星3.5分 → 第2月4.0分 → 第3月4.5分+冲热门榜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👥 会员数：首月200人 → 第2月400人 → 第3月600人+企微2000人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💰 储值：第2月起月储值入账¥8,000+ | 团购核销率＞60%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 🌙 夜宵占比：≥30%总营收 | 外卖占比：≥25%总营收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22E5C"/>
            </a:gs>
            <a:gs pos="100000">
              <a:srgbClr val="2A6DD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0000"/>
            <a:ext cx="9144000" cy="7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82296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渝匠烤鱼 × 美团收银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CCDDFF"/>
                </a:solidFill>
                <a:latin typeface="Microsoft YaHei"/>
                <a:ea typeface="Microsoft YaHei"/>
                <a:cs typeface="Microsoft YaHei"/>
              </a:rPr>
              <a:t>用数字化武装50㎡小店，让好鱼自己会说话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2000" y="2400000"/>
            <a:ext cx="1500000" cy="60000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2000" y="2450000"/>
            <a:ext cx="144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🏪 社区渗透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22000" y="2400000"/>
            <a:ext cx="1500000" cy="60000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2000" y="2450000"/>
            <a:ext cx="144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 数字提效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2000" y="2400000"/>
            <a:ext cx="1500000" cy="60000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2000" y="2450000"/>
            <a:ext cx="144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口碑突围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22000" y="2400000"/>
            <a:ext cx="1500000" cy="60000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52000" y="2450000"/>
            <a:ext cx="144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🌙 夜宵增量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22000" y="2400000"/>
            <a:ext cx="1500000" cy="60000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2000" y="2450000"/>
            <a:ext cx="144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 快速回本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00000"/>
            <a:ext cx="82296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CC80"/>
                </a:solidFill>
                <a:latin typeface="Microsoft YaHei"/>
                <a:ea typeface="Microsoft YaHei"/>
                <a:cs typeface="Microsoft YaHei"/>
              </a:rPr>
              <a:t>「这个位置拼的不是品牌势能，是社区渗透率和复购。
前3个月把周边1.5公里住户的企微加到2000人，这家店就能活。」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00000"/>
            <a:ext cx="8229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美团餐饮SaaS运营策划团队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